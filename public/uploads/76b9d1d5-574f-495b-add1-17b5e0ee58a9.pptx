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sldIdLst>
    <p:sldId id="274" r:id="rId5"/>
    <p:sldId id="272" r:id="rId6"/>
    <p:sldId id="271" r:id="rId7"/>
    <p:sldId id="27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59D8547F-B3C6-41B7-AC15-B21357C26C2E}">
          <p14:sldIdLst>
            <p14:sldId id="274"/>
            <p14:sldId id="272"/>
            <p14:sldId id="271"/>
            <p14:sldId id="27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EB81"/>
    <a:srgbClr val="E6DCFF"/>
    <a:srgbClr val="0041F0"/>
    <a:srgbClr val="DCAFFF"/>
    <a:srgbClr val="FF50A0"/>
    <a:srgbClr val="FF3246"/>
    <a:srgbClr val="00FFFF"/>
    <a:srgbClr val="D4D4D4"/>
    <a:srgbClr val="BE8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1E4638-D5E5-A93A-35E3-50CBBD017386}" v="43" dt="2026-05-13T08:45:19.787"/>
  </p1510:revLst>
</p1510:revInfo>
</file>

<file path=ppt/tableStyles.xml><?xml version="1.0" encoding="utf-8"?>
<a:tblStyleLst xmlns:a="http://schemas.openxmlformats.org/drawingml/2006/main" def="{A0BC3CC4-8867-4C89-9D3F-A6A6B9ED4035}">
  <a:tblStyle styleId="{A0BC3CC4-8867-4C89-9D3F-A6A6B9ED4035}" styleName="Acc_Table_1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rgbClr val="FFFFFF"/>
              </a:solidFill>
            </a:ln>
          </a:left>
          <a:right>
            <a:ln w="0" cmpd="sng">
              <a:solidFill>
                <a:srgbClr val="FFFFFF"/>
              </a:solidFill>
            </a:ln>
          </a:right>
          <a:top>
            <a:ln w="0" cmpd="sng">
              <a:solidFill>
                <a:srgbClr val="FFFFFF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6350" cmpd="sng">
              <a:solidFill>
                <a:srgbClr val="D9D9D9"/>
              </a:solidFill>
            </a:ln>
          </a:insideH>
          <a:insideV>
            <a:ln w="6350" cmpd="sng">
              <a:solidFill>
                <a:srgbClr val="D9D9D9"/>
              </a:solidFill>
            </a:ln>
          </a:insideV>
        </a:tcBdr>
        <a:fill>
          <a:noFill/>
        </a:fill>
      </a:tcStyle>
    </a:wholeTbl>
    <a:band1H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H>
    <a:band1V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/>
      </a:tcStyle>
    </a:lastRow>
    <a:firstRow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torena, Zairous Jay" userId="S::zairous.jay.latorena@accenture.com::5545a53c-9f29-4810-b35d-b258521fbb5b" providerId="AD" clId="Web-{F11E4638-D5E5-A93A-35E3-50CBBD017386}"/>
    <pc:docChg chg="modSld">
      <pc:chgData name="Latorena, Zairous Jay" userId="S::zairous.jay.latorena@accenture.com::5545a53c-9f29-4810-b35d-b258521fbb5b" providerId="AD" clId="Web-{F11E4638-D5E5-A93A-35E3-50CBBD017386}" dt="2026-05-13T08:15:01.077" v="41" actId="20577"/>
      <pc:docMkLst>
        <pc:docMk/>
      </pc:docMkLst>
      <pc:sldChg chg="modSp">
        <pc:chgData name="Latorena, Zairous Jay" userId="S::zairous.jay.latorena@accenture.com::5545a53c-9f29-4810-b35d-b258521fbb5b" providerId="AD" clId="Web-{F11E4638-D5E5-A93A-35E3-50CBBD017386}" dt="2026-05-13T08:07:53.378" v="17"/>
        <pc:sldMkLst>
          <pc:docMk/>
          <pc:sldMk cId="141866329" sldId="271"/>
        </pc:sldMkLst>
        <pc:graphicFrameChg chg="modGraphic">
          <ac:chgData name="Latorena, Zairous Jay" userId="S::zairous.jay.latorena@accenture.com::5545a53c-9f29-4810-b35d-b258521fbb5b" providerId="AD" clId="Web-{F11E4638-D5E5-A93A-35E3-50CBBD017386}" dt="2026-05-13T08:07:53.378" v="17"/>
          <ac:graphicFrameMkLst>
            <pc:docMk/>
            <pc:sldMk cId="141866329" sldId="271"/>
            <ac:graphicFrameMk id="6" creationId="{D83CFD77-78D5-3400-A260-7C82AEFB35C9}"/>
          </ac:graphicFrameMkLst>
        </pc:graphicFrameChg>
      </pc:sldChg>
      <pc:sldChg chg="modSp">
        <pc:chgData name="Latorena, Zairous Jay" userId="S::zairous.jay.latorena@accenture.com::5545a53c-9f29-4810-b35d-b258521fbb5b" providerId="AD" clId="Web-{F11E4638-D5E5-A93A-35E3-50CBBD017386}" dt="2026-05-13T08:15:01.077" v="41" actId="20577"/>
        <pc:sldMkLst>
          <pc:docMk/>
          <pc:sldMk cId="920915451" sldId="273"/>
        </pc:sldMkLst>
        <pc:spChg chg="mod">
          <ac:chgData name="Latorena, Zairous Jay" userId="S::zairous.jay.latorena@accenture.com::5545a53c-9f29-4810-b35d-b258521fbb5b" providerId="AD" clId="Web-{F11E4638-D5E5-A93A-35E3-50CBBD017386}" dt="2026-05-13T08:15:01.077" v="41" actId="20577"/>
          <ac:spMkLst>
            <pc:docMk/>
            <pc:sldMk cId="920915451" sldId="273"/>
            <ac:spMk id="4" creationId="{58DE4C67-7BD7-CD6C-B76C-D18CF0D8408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027613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1DE7078C-3525-4C9B-BF62-C9FD13B9A875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205" y="274505"/>
            <a:ext cx="4734172" cy="266297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0206" y="2999605"/>
            <a:ext cx="6751750" cy="586989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923817"/>
            <a:ext cx="6217919" cy="2123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99213" y="8917749"/>
            <a:ext cx="457200" cy="2184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436E8A87-18DA-4CCE-A8C2-BDBC489258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384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914400" rtl="0" eaLnBrk="1" latinLnBrk="0" hangingPunct="1">
      <a:buFont typeface="Graphik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30188" indent="-112713" algn="l">
      <a:buFont typeface="Graphik" panose="020B0604020202020204" pitchFamily="34" charset="0"/>
      <a:buChar char="•"/>
      <a:defRPr sz="1000">
        <a:latin typeface="+mn-lt"/>
      </a:defRPr>
    </a:lvl2pPr>
    <a:lvl3pPr marL="342900" indent="-112713" algn="l">
      <a:buFont typeface="Graphik" panose="020B0604020202020204" pitchFamily="34" charset="0"/>
      <a:buChar char="•"/>
      <a:defRPr sz="900">
        <a:latin typeface="+mn-lt"/>
      </a:defRPr>
    </a:lvl3pPr>
    <a:lvl4pPr marL="460375" indent="-112713" algn="l">
      <a:buFont typeface="Graphik" panose="020B0604020202020204" pitchFamily="34" charset="0"/>
      <a:buChar char="•"/>
      <a:defRPr sz="800">
        <a:latin typeface="+mn-lt"/>
      </a:defRPr>
    </a:lvl4pPr>
    <a:lvl5pPr marL="571500" indent="-112713" algn="l">
      <a:buFont typeface="Graphik" panose="020B0604020202020204" pitchFamily="34" charset="0"/>
      <a:buChar char="•"/>
      <a:defRPr sz="800">
        <a:latin typeface="+mn-lt"/>
      </a:defRPr>
    </a:lvl5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06966-2397-BAEF-AFE2-D319F0D0F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35C1A5-4B07-A1D1-8525-70C1151279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48AB66-C847-5CFF-F1B2-A42744907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4C66D-A2F9-0F65-EB32-EE9FD4EDE7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E8A87-18DA-4CCE-A8C2-BDBC489258C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4127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E8A87-18DA-4CCE-A8C2-BDBC489258C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8150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E8A87-18DA-4CCE-A8C2-BDBC489258C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543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E8A87-18DA-4CCE-A8C2-BDBC489258C6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406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F21F7E-CEFA-4A8F-862E-8631C40CEA2C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94AA491-F1F8-4D38-B722-DB2F38B198B8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4558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C35EA4"/>
          </p15:clr>
        </p15:guide>
        <p15:guide id="2" pos="3840" userDrawn="1">
          <p15:clr>
            <a:srgbClr val="C35EA4"/>
          </p15:clr>
        </p15:guide>
        <p15:guide id="3" orient="horz" pos="3608" userDrawn="1">
          <p15:clr>
            <a:srgbClr val="C35E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Logo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104FBB-E799-42A8-A4FA-483DC489523D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grpSp>
        <p:nvGrpSpPr>
          <p:cNvPr id="12" name="Logo_WH" descr="Accenture logo in white">
            <a:extLst>
              <a:ext uri="{FF2B5EF4-FFF2-40B4-BE49-F238E27FC236}">
                <a16:creationId xmlns:a16="http://schemas.microsoft.com/office/drawing/2014/main" id="{0D82E30B-4E95-4B73-9014-71990AE21DBE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008CD909-AC78-4980-BB04-8608F18CDC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8B5D8E88-5919-40A0-A4A4-2E6587AD68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700557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698" userDrawn="1">
          <p15:clr>
            <a:srgbClr val="C35EA4"/>
          </p15:clr>
        </p15:guide>
        <p15:guide id="2" pos="3840" userDrawn="1">
          <p15:clr>
            <a:srgbClr val="C35EA4"/>
          </p15:clr>
        </p15:guide>
        <p15:guide id="3" orient="horz" pos="2160" userDrawn="1">
          <p15:clr>
            <a:srgbClr val="C35E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Keyl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70882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C35E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left-image bkg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3E7551B-7F86-46D2-A90B-DF5CC30BDF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6" name="GTS_WH" descr="Accenture Greater Than symbol in white">
            <a:extLst>
              <a:ext uri="{FF2B5EF4-FFF2-40B4-BE49-F238E27FC236}">
                <a16:creationId xmlns:a16="http://schemas.microsoft.com/office/drawing/2014/main" id="{5820492B-C4D2-42F2-B2B8-CB1CE70F894B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0999" y="5607812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8613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C35E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67CB869-86C7-4B5D-B21D-C7104400ECFC}"/>
              </a:ext>
            </a:extLst>
          </p:cNvPr>
          <p:cNvSpPr/>
          <p:nvPr userDrawn="1"/>
        </p:nvSpPr>
        <p:spPr bwMode="black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101C55-360F-4A30-88C9-2A386C411EE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5282245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5527522"/>
            <a:ext cx="3102015" cy="784378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1429154"/>
            <a:ext cx="5152292" cy="225571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71190"/>
            <a:ext cx="5152292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90000"/>
              </a:lnSpc>
              <a:buNone/>
              <a:defRPr lang="en-US" sz="2400" b="0" i="0" kern="1200" spc="0" dirty="0">
                <a:solidFill>
                  <a:schemeClr val="tx1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1D1C16-1E67-46BA-A7F0-31738E52069F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060915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764EB37-3299-4AEF-9398-9D9C84AB73F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5" name="Date Placeholder 10">
            <a:extLst>
              <a:ext uri="{FF2B5EF4-FFF2-40B4-BE49-F238E27FC236}">
                <a16:creationId xmlns:a16="http://schemas.microsoft.com/office/drawing/2014/main" id="{C1D8BA10-E028-4E4B-A19C-12B864B01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09D55F2-CAE5-4C0F-8D54-A28CECDB93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AA97401-81EE-4280-A94C-955E96B005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DC0C86-80A9-481C-A2D5-6F509B89192B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8" name="GTS_WH" descr="Accenture Greater Than symbol in white">
            <a:extLst>
              <a:ext uri="{FF2B5EF4-FFF2-40B4-BE49-F238E27FC236}">
                <a16:creationId xmlns:a16="http://schemas.microsoft.com/office/drawing/2014/main" id="{C703F910-26EC-4B07-B522-B28DEB82C3EA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3483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605" userDrawn="1">
          <p15:clr>
            <a:srgbClr val="C35EA4"/>
          </p15:clr>
        </p15:guide>
        <p15:guide id="2" pos="3840" userDrawn="1">
          <p15:clr>
            <a:srgbClr val="C35E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55EA4F-E473-41EF-9E00-3D69D5F1AE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6" name="Date Placeholder 10">
            <a:extLst>
              <a:ext uri="{FF2B5EF4-FFF2-40B4-BE49-F238E27FC236}">
                <a16:creationId xmlns:a16="http://schemas.microsoft.com/office/drawing/2014/main" id="{0AF5D71E-5FA3-4080-B28F-B3110AB34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51481AAC-1471-4278-A104-D559B82B52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BEB3B30-172A-47BC-8F00-43F601E1F8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481612-058D-4A52-B93E-53E75F305C81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C6212C50-BB96-4C0C-BC89-2B3C8082149D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5A65B91D-87CB-4DC8-B4B1-CE82A8E5C6F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E102C68A-98DA-4EBB-AAFF-D0C6E56ADE1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430539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696" userDrawn="1">
          <p15:clr>
            <a:srgbClr val="C35EA4"/>
          </p15:clr>
        </p15:guide>
        <p15:guide id="2" pos="3840" userDrawn="1">
          <p15:clr>
            <a:srgbClr val="C35E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rgbClr val="E6DCFF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FBD97-7A23-4453-9DFC-F825350AF9B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1A7501AC-E717-4CB3-89D9-DEE7B06E1876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9153213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E84F1646-52FE-4716-AED1-FE252A8E05E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5FBA828-A6EE-4CDC-A2F1-52C5DC0E3C3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785629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5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9" name="GTS_WH" descr="Accenture Greater Than symbol in white">
            <a:extLst>
              <a:ext uri="{FF2B5EF4-FFF2-40B4-BE49-F238E27FC236}">
                <a16:creationId xmlns:a16="http://schemas.microsoft.com/office/drawing/2014/main" id="{08C622A3-6AC3-418E-A8AE-75B117754CFC}"/>
              </a:ext>
            </a:extLst>
          </p:cNvPr>
          <p:cNvSpPr>
            <a:spLocks noChangeAspect="1"/>
          </p:cNvSpPr>
          <p:nvPr userDrawn="1"/>
        </p:nvSpPr>
        <p:spPr bwMode="white">
          <a:xfrm>
            <a:off x="381001" y="560781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658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6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12688DA9-25EC-4AC3-AD0E-0CC139E1167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1" y="4197142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279EB0A-2DCA-4410-A834-F9A425FF96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464481-354D-44BF-B8B2-E0AFA2830FDC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9" name="Logo_WH" descr="Accenture logo in white">
            <a:extLst>
              <a:ext uri="{FF2B5EF4-FFF2-40B4-BE49-F238E27FC236}">
                <a16:creationId xmlns:a16="http://schemas.microsoft.com/office/drawing/2014/main" id="{BA79480B-BE6F-49EC-829D-D8AF858ABFD8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381001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80D6DAB6-FE72-4647-9B94-83468BA6B4A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6961114-35B1-4F8E-96CC-0CA3D18133F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605010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7 Acquisition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84A5767-82AC-46A2-88DD-C31D51E1CB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9B6BF12D-A981-4F4E-B8F1-FF12DC840F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659D61A8-47A5-47C2-A85A-BCCCBE83C91F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1001" y="38100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3005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18ECE-32D7-4F71-A6CA-1144DA38ED6C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grpSp>
        <p:nvGrpSpPr>
          <p:cNvPr id="8" name="Logo_BL" descr="Accenture logo in black and purple">
            <a:extLst>
              <a:ext uri="{FF2B5EF4-FFF2-40B4-BE49-F238E27FC236}">
                <a16:creationId xmlns:a16="http://schemas.microsoft.com/office/drawing/2014/main" id="{35D3F8C8-B2E5-431B-9639-9F05530860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9AD7BAC9-11D9-4846-95CD-5C2B827147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CAEDE4E-DAF3-4FBC-BAEB-E0C26C20EB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553992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2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bg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pic>
        <p:nvPicPr>
          <p:cNvPr id="10" name="Graphic 9" descr="Accenture Greater Than symbol in purple">
            <a:extLst>
              <a:ext uri="{FF2B5EF4-FFF2-40B4-BE49-F238E27FC236}">
                <a16:creationId xmlns:a16="http://schemas.microsoft.com/office/drawing/2014/main" id="{299A6723-3F53-4981-840E-D1D62874F6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2636" y="5607811"/>
            <a:ext cx="641502" cy="7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5621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3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197142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519641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4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771526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1C5BF709-3623-4620-9FF0-B8F8076A8BE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C7B64CB8-485B-4A84-AF6D-C9EF295514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74AE1E9A-205A-4C25-A6CD-8452DDD2990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988493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5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733891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4734391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4979668"/>
            <a:ext cx="4114799" cy="548640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8D3E8DD1-C700-46AC-AA94-9072B0F3175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9093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799A1684-BC33-4579-B840-616EB6D11E8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A5AD5E73-6E1C-44F8-9F73-9F3D4F6DF76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237294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6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1" name="Picture Placeholder 11" descr="Image placeholder for client logo">
            <a:extLst>
              <a:ext uri="{FF2B5EF4-FFF2-40B4-BE49-F238E27FC236}">
                <a16:creationId xmlns:a16="http://schemas.microsoft.com/office/drawing/2014/main" id="{FFB79963-9269-41F8-B968-34FCB68C87F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26766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259063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7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715308A-2B7A-4485-A51C-F3F23FC426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pic>
        <p:nvPicPr>
          <p:cNvPr id="5" name="Graphic 4" descr="Accenture Greater Than symbol in purple">
            <a:extLst>
              <a:ext uri="{FF2B5EF4-FFF2-40B4-BE49-F238E27FC236}">
                <a16:creationId xmlns:a16="http://schemas.microsoft.com/office/drawing/2014/main" id="{8DD1DFCC-5489-470C-84F4-93032F0960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2636" y="382725"/>
            <a:ext cx="641502" cy="704088"/>
          </a:xfrm>
          <a:prstGeom prst="rect">
            <a:avLst/>
          </a:prstGeom>
        </p:spPr>
      </p:pic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05B9195C-3F7A-4A18-80FA-FB81E2ECDE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3554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ccenture Gradient Dark">
            <a:extLst>
              <a:ext uri="{FF2B5EF4-FFF2-40B4-BE49-F238E27FC236}">
                <a16:creationId xmlns:a16="http://schemas.microsoft.com/office/drawing/2014/main" id="{86F62995-A1F7-47A0-AD35-CBADA97239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"/>
          <a:stretch/>
        </p:blipFill>
        <p:spPr bwMode="invGray"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5pPr>
          </a:lstStyle>
          <a:p>
            <a:pPr lvl="0"/>
            <a:r>
              <a:rPr lang="en-GB"/>
              <a:t>Place subtitle here in GT </a:t>
            </a:r>
            <a:r>
              <a:rPr lang="en-GB" err="1"/>
              <a:t>Sectra</a:t>
            </a:r>
            <a:r>
              <a:rPr lang="en-GB"/>
              <a:t> Fine </a:t>
            </a:r>
            <a:r>
              <a:rPr lang="en-GB" err="1"/>
              <a:t>Rg</a:t>
            </a:r>
            <a:r>
              <a:rPr lang="en-GB"/>
              <a:t> 24pt</a:t>
            </a:r>
            <a:endParaRPr lang="en-US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B2379EA-B598-42DD-B03E-5C4FC1D468F3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B825C-3912-400B-A9ED-F17A355964B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0B14F0C4-3B1D-4114-AE11-D6C41BB443B4}"/>
              </a:ext>
            </a:extLst>
          </p:cNvPr>
          <p:cNvSpPr txBox="1">
            <a:spLocks/>
          </p:cNvSpPr>
          <p:nvPr userDrawn="1"/>
        </p:nvSpPr>
        <p:spPr>
          <a:xfrm>
            <a:off x="7315200" y="6486833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4821521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Co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ccenture Gradient Mid&#10;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88312-3597-964E-9B24-8371E2C85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70180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5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  <a:endParaRPr lang="en-US"/>
          </a:p>
        </p:txBody>
      </p:sp>
      <p:sp>
        <p:nvSpPr>
          <p:cNvPr id="14" name="GTS_WH" descr="Accenture Greater Than symbol in white">
            <a:extLst>
              <a:ext uri="{FF2B5EF4-FFF2-40B4-BE49-F238E27FC236}">
                <a16:creationId xmlns:a16="http://schemas.microsoft.com/office/drawing/2014/main" id="{3FC0722F-C643-4988-96E8-F00519CB3A00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69A96-ECEE-46C8-AC65-A99027BA920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E2DD8B28-01C3-4E7B-9222-E93083520D7A}"/>
              </a:ext>
            </a:extLst>
          </p:cNvPr>
          <p:cNvSpPr txBox="1">
            <a:spLocks/>
          </p:cNvSpPr>
          <p:nvPr userDrawn="1"/>
        </p:nvSpPr>
        <p:spPr>
          <a:xfrm>
            <a:off x="7315200" y="6486833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0860008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Numbered, Gradient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ccenture Gradient Mid">
            <a:extLst>
              <a:ext uri="{FF2B5EF4-FFF2-40B4-BE49-F238E27FC236}">
                <a16:creationId xmlns:a16="http://schemas.microsoft.com/office/drawing/2014/main" id="{CB16898D-3DD4-439C-B43F-558C1FDD36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 userDrawn="1"/>
        </p:nvSpPr>
        <p:spPr bwMode="white">
          <a:xfrm>
            <a:off x="0" y="3428999"/>
            <a:ext cx="12192000" cy="3429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422072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#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7"/>
            <a:ext cx="2993573" cy="242207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5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  <a:endParaRPr lang="en-US"/>
          </a:p>
        </p:txBody>
      </p:sp>
      <p:sp>
        <p:nvSpPr>
          <p:cNvPr id="16" name="GTS_WH" descr="Accenture Greater Than symbol in white">
            <a:extLst>
              <a:ext uri="{FF2B5EF4-FFF2-40B4-BE49-F238E27FC236}">
                <a16:creationId xmlns:a16="http://schemas.microsoft.com/office/drawing/2014/main" id="{C5173724-68B6-47CD-B850-71B1407EEAA1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4ADF7-CE17-4A46-8A63-A366F9BB14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FF8A7498-BC88-4B41-BF3E-88DA04821578}"/>
              </a:ext>
            </a:extLst>
          </p:cNvPr>
          <p:cNvSpPr txBox="1">
            <a:spLocks/>
          </p:cNvSpPr>
          <p:nvPr userDrawn="1"/>
        </p:nvSpPr>
        <p:spPr>
          <a:xfrm>
            <a:off x="7315200" y="6486833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7061314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69933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Graphik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agenda summary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/>
          <p:nvPr userDrawn="1"/>
        </p:nvCxnSpPr>
        <p:spPr>
          <a:xfrm>
            <a:off x="4045241" y="1371600"/>
            <a:ext cx="0" cy="471948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96CD18-ADDA-4A64-BDD0-F5A8D01FDD49}"/>
              </a:ext>
            </a:extLst>
          </p:cNvPr>
          <p:cNvSpPr>
            <a:spLocks noGrp="1"/>
          </p:cNvSpPr>
          <p:nvPr>
            <p:ph type="sldNum" sz="quarter" idx="5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8763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6DB689C-7DB3-4046-A1BF-E63F8EF78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87C97B1E-CB9E-4CBC-A6F1-1D4F2E4ECB3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0"/>
            <a:ext cx="11430000" cy="4940300"/>
          </a:xfrm>
        </p:spPr>
        <p:txBody>
          <a:bodyPr/>
          <a:lstStyle>
            <a:lvl1pPr marL="228600" indent="-228600">
              <a:buFont typeface="Graphik" panose="020B0604020202020204" pitchFamily="34" charset="0"/>
              <a:buChar char="•"/>
              <a:defRPr/>
            </a:lvl1pPr>
            <a:lvl2pPr marL="457200">
              <a:defRPr/>
            </a:lvl2pPr>
            <a:lvl3pPr marL="685800">
              <a:defRPr/>
            </a:lvl3pPr>
            <a:lvl4pPr marL="914400">
              <a:defRPr/>
            </a:lvl4pPr>
            <a:lvl5pPr marL="1143000">
              <a:defRPr/>
            </a:lvl5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BEF25E-6F09-4B47-806E-462D7622D1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0854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ng Headline and 1 Column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5EFDEB3F-4743-43EA-A121-ED3CB6054C7F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E8CB08-3B2A-44E5-8975-B69F3969CD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88830281-2DC4-4A15-8849-34E1635110D2}"/>
              </a:ext>
            </a:extLst>
          </p:cNvPr>
          <p:cNvSpPr txBox="1">
            <a:spLocks/>
          </p:cNvSpPr>
          <p:nvPr userDrawn="1"/>
        </p:nvSpPr>
        <p:spPr>
          <a:xfrm>
            <a:off x="7315200" y="6486833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4900924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949194"/>
            <a:ext cx="11430000" cy="4362706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699EEA-1839-42AE-A096-1905CABA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445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1" userDrawn="1">
          <p15:clr>
            <a:srgbClr val="547EB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2 - Headline + GT Sec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3004457"/>
            <a:ext cx="5524500" cy="286599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here in GT Sectra Fine </a:t>
            </a:r>
            <a:r>
              <a:rPr lang="en-US" err="1"/>
              <a:t>Rg</a:t>
            </a:r>
            <a:r>
              <a:rPr lang="en-US"/>
              <a:t>, indent for other levels 24pt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C1513EB-EC9B-9B42-BA12-BC659505A76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6499" y="1371601"/>
            <a:ext cx="5524500" cy="450242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Place text here 20pt</a:t>
            </a:r>
          </a:p>
          <a:p>
            <a:pPr lvl="1"/>
            <a:r>
              <a:rPr lang="en-US"/>
              <a:t>Second level 20pt</a:t>
            </a:r>
          </a:p>
          <a:p>
            <a:pPr lvl="2"/>
            <a:r>
              <a:rPr lang="en-US"/>
              <a:t>Third level 20pt</a:t>
            </a:r>
          </a:p>
          <a:p>
            <a:pPr lvl="3"/>
            <a:r>
              <a:rPr lang="en-US"/>
              <a:t>Fourth level 18pt</a:t>
            </a:r>
          </a:p>
          <a:p>
            <a:pPr lvl="4"/>
            <a:r>
              <a:rPr lang="en-US"/>
              <a:t>Fifth level 18pt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1371601"/>
            <a:ext cx="5524499" cy="1632856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5BAA4F-3169-4083-866F-71669DE395C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85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20" userDrawn="1">
          <p15:clr>
            <a:srgbClr val="C35E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8755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BB8772-B000-40EC-8AE7-3AA41499E64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42098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363034-F9EC-4A95-91E0-2E801974931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974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2 Headings/Co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86499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5F1A8-92F0-48CE-B27D-E2B7EE762F1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450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8" userDrawn="1">
          <p15:clr>
            <a:srgbClr val="C35EA4"/>
          </p15:clr>
        </p15:guide>
        <p15:guide id="2" orient="horz" pos="932" userDrawn="1">
          <p15:clr>
            <a:srgbClr val="547EBF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18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318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18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974BDB1-DA1D-43EC-81BC-66135DB7B8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D7C41-6360-43FF-A192-982014655EF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0997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 userDrawn="1">
          <p15:clr>
            <a:srgbClr val="C35EA4"/>
          </p15:clr>
        </p15:guide>
        <p15:guide id="2" orient="horz" pos="932" userDrawn="1">
          <p15:clr>
            <a:srgbClr val="547EBF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2571749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2571749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3337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3337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8650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8650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92392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2392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81000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3337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6286500" y="3145138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92392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01BF3E00-F066-4583-A5B1-87DD19666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5650FA89-A64B-4802-B6DF-D1844A8430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5B1DD8-C71C-4D65-A58A-0A9A86DCED84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9759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98" userDrawn="1">
          <p15:clr>
            <a:srgbClr val="C35EA4"/>
          </p15:clr>
        </p15:guide>
        <p15:guide id="2" orient="horz" pos="932" userDrawn="1">
          <p15:clr>
            <a:srgbClr val="547EBF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5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79882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898899"/>
            <a:ext cx="1985504" cy="1971541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3943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145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347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96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3EDE11-CE40-4943-AE63-A3B14CB3C037}"/>
              </a:ext>
            </a:extLst>
          </p:cNvPr>
          <p:cNvCxnSpPr>
            <a:cxnSpLocks/>
          </p:cNvCxnSpPr>
          <p:nvPr userDrawn="1"/>
        </p:nvCxnSpPr>
        <p:spPr>
          <a:xfrm>
            <a:off x="114156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7ED40C-58DA-45F1-8E80-6A74976C6E1E}"/>
              </a:ext>
            </a:extLst>
          </p:cNvPr>
          <p:cNvCxnSpPr/>
          <p:nvPr userDrawn="1"/>
        </p:nvCxnSpPr>
        <p:spPr>
          <a:xfrm>
            <a:off x="350358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1A22B2-C08A-41DA-ACB1-5B59B4CDA8DE}"/>
              </a:ext>
            </a:extLst>
          </p:cNvPr>
          <p:cNvCxnSpPr/>
          <p:nvPr userDrawn="1"/>
        </p:nvCxnSpPr>
        <p:spPr>
          <a:xfrm>
            <a:off x="586560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D3E374-86AB-4A80-81AD-B09F07C51B80}"/>
              </a:ext>
            </a:extLst>
          </p:cNvPr>
          <p:cNvCxnSpPr/>
          <p:nvPr userDrawn="1"/>
        </p:nvCxnSpPr>
        <p:spPr>
          <a:xfrm>
            <a:off x="822762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A5244A-D0CA-43CB-A0DB-296A219EDC9D}"/>
              </a:ext>
            </a:extLst>
          </p:cNvPr>
          <p:cNvCxnSpPr>
            <a:cxnSpLocks/>
          </p:cNvCxnSpPr>
          <p:nvPr userDrawn="1"/>
        </p:nvCxnSpPr>
        <p:spPr>
          <a:xfrm>
            <a:off x="10589648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8D97977-AAE6-4533-93CA-ADE704E9F4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D3E087-C0E5-4045-83EC-D0F38053E0B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26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 userDrawn="1">
          <p15:clr>
            <a:srgbClr val="C35EA4"/>
          </p15:clr>
        </p15:guide>
        <p15:guide id="2" orient="horz" pos="932" userDrawn="1">
          <p15:clr>
            <a:srgbClr val="547EBF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4-Box Sha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4655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Font typeface="Graphik" panose="020B0604020202020204" pitchFamily="34" charset="0"/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817351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480047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42743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4653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solidFill>
                  <a:schemeClr val="accent2"/>
                </a:solidFill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7350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0047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2742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481D5-3713-4165-990F-CD2E7B955A03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18651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6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lIns="91440" tIns="0"/>
          <a:lstStyle>
            <a:lvl1pPr marL="0" indent="0">
              <a:buNone/>
              <a:defRPr sz="1800" b="0"/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BEB5A56-DED2-134F-B0DE-11936982FF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23321BD-6745-7944-910F-B8C8E4AC3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2A6C4DC7-1806-A74D-B434-61FF385F8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053D7F26-6DC1-034C-B572-B4BFE718C7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E075A489-B7B7-CE40-B061-D8A36AFCC8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FF2BF483-5EDC-9242-AD58-57E84F538C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3D474A-8A06-4078-BEBB-EBDCDD30231B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9FEF6117-B6D9-4841-8EFA-DF78BCFA9C0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77415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90B0A6BB-BC70-4436-B334-35CF914D177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EA23CA56-3568-4982-84E5-176DE32541C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7E019EA7-B58E-4B17-A663-2E8CCD701589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9A57066F-5BF5-43F7-A9DA-1788B5511DA7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5" name="Picture Placeholder 4">
            <a:extLst>
              <a:ext uri="{FF2B5EF4-FFF2-40B4-BE49-F238E27FC236}">
                <a16:creationId xmlns:a16="http://schemas.microsoft.com/office/drawing/2014/main" id="{EA5F90EC-FB85-4041-85C1-409768D3A0C0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034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 userDrawn="1">
          <p15:clr>
            <a:srgbClr val="C35EA4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ng Headline-Team 6-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lIns="91440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2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2" name="Text Placeholder 21">
            <a:extLst>
              <a:ext uri="{FF2B5EF4-FFF2-40B4-BE49-F238E27FC236}">
                <a16:creationId xmlns:a16="http://schemas.microsoft.com/office/drawing/2014/main" id="{6DA3268F-5CC4-7E4D-879D-3A3F1FBF6B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3" name="Text Placeholder 21">
            <a:extLst>
              <a:ext uri="{FF2B5EF4-FFF2-40B4-BE49-F238E27FC236}">
                <a16:creationId xmlns:a16="http://schemas.microsoft.com/office/drawing/2014/main" id="{855592D2-902A-1146-B433-6648BEC8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4389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2" name="GTS_WH" descr="Accenture Greater Than symbol in white">
            <a:extLst>
              <a:ext uri="{FF2B5EF4-FFF2-40B4-BE49-F238E27FC236}">
                <a16:creationId xmlns:a16="http://schemas.microsoft.com/office/drawing/2014/main" id="{B49891DC-D80E-4D1B-961E-1B567E0E453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8FB076-B311-496F-8C11-2C54B06FBB3D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199DF3DD-2E34-4D79-8E11-12CE813E73F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8100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6FCD1A94-A214-4264-842C-B5DA710C1F3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895C1CB4-E517-4380-8170-E8C0CA787FB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6AFBE91E-BB56-4FAF-ADEB-859CA86F829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15D78B8A-7ECF-44EE-A95F-FBD072A68894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F2F64C30-F694-4DC6-AAED-5ECA99ECCF51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0" name="Footer Placeholder 3">
            <a:extLst>
              <a:ext uri="{FF2B5EF4-FFF2-40B4-BE49-F238E27FC236}">
                <a16:creationId xmlns:a16="http://schemas.microsoft.com/office/drawing/2014/main" id="{47C24D15-9073-4226-962D-E605011BF256}"/>
              </a:ext>
            </a:extLst>
          </p:cNvPr>
          <p:cNvSpPr txBox="1">
            <a:spLocks/>
          </p:cNvSpPr>
          <p:nvPr userDrawn="1"/>
        </p:nvSpPr>
        <p:spPr>
          <a:xfrm>
            <a:off x="7315200" y="6486833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8260289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703" userDrawn="1">
          <p15:clr>
            <a:srgbClr val="C35EA4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8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81000" y="1295233"/>
            <a:ext cx="3540355" cy="501666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Place text here, use indent to access other levels 20pt</a:t>
            </a:r>
          </a:p>
          <a:p>
            <a:pPr lvl="1"/>
            <a:r>
              <a:rPr lang="en-GB"/>
              <a:t>Second level 20pt</a:t>
            </a:r>
          </a:p>
          <a:p>
            <a:pPr lvl="2"/>
            <a:r>
              <a:rPr lang="en-GB"/>
              <a:t>Third level 20pt</a:t>
            </a:r>
          </a:p>
          <a:p>
            <a:pPr lvl="3"/>
            <a:r>
              <a:rPr lang="en-GB"/>
              <a:t>Fourth level 18pt</a:t>
            </a:r>
          </a:p>
          <a:p>
            <a:pPr lvl="4"/>
            <a:r>
              <a:rPr lang="en-GB"/>
              <a:t>Fifth level 18pt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CD7EAAF9-7102-4351-9F35-C40B3F3819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25820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CC40CB3D-DFEA-4056-B2DA-887E7C8632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98231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BABECB-6F2D-4068-AEE6-A603DAA72EF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43053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914A31DD-59CB-48C9-9C28-954E6B85C6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70642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7" name="Text Placeholder 21">
            <a:extLst>
              <a:ext uri="{FF2B5EF4-FFF2-40B4-BE49-F238E27FC236}">
                <a16:creationId xmlns:a16="http://schemas.microsoft.com/office/drawing/2014/main" id="{224BCF40-5B7A-4471-B077-3EEE956ADC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5822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8" name="Text Placeholder 21">
            <a:extLst>
              <a:ext uri="{FF2B5EF4-FFF2-40B4-BE49-F238E27FC236}">
                <a16:creationId xmlns:a16="http://schemas.microsoft.com/office/drawing/2014/main" id="{68E899C2-D12C-4214-88A5-B7A6E1BCDC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98233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9" name="Text Placeholder 21">
            <a:extLst>
              <a:ext uri="{FF2B5EF4-FFF2-40B4-BE49-F238E27FC236}">
                <a16:creationId xmlns:a16="http://schemas.microsoft.com/office/drawing/2014/main" id="{66A0D763-27FE-421C-A5D9-19A08FC2D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70644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78" name="Text Placeholder 21">
            <a:extLst>
              <a:ext uri="{FF2B5EF4-FFF2-40B4-BE49-F238E27FC236}">
                <a16:creationId xmlns:a16="http://schemas.microsoft.com/office/drawing/2014/main" id="{43E52046-A5DE-47E3-A9A3-ADD4F6DB8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43055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BA696AEF-3D6B-2E4A-853E-8A8760E58D0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325822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3" name="Picture Placeholder 13">
            <a:extLst>
              <a:ext uri="{FF2B5EF4-FFF2-40B4-BE49-F238E27FC236}">
                <a16:creationId xmlns:a16="http://schemas.microsoft.com/office/drawing/2014/main" id="{05B98E7F-7333-A04B-94D4-281325401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29823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4" name="Picture Placeholder 13">
            <a:extLst>
              <a:ext uri="{FF2B5EF4-FFF2-40B4-BE49-F238E27FC236}">
                <a16:creationId xmlns:a16="http://schemas.microsoft.com/office/drawing/2014/main" id="{B99C455B-37CC-4E44-8046-56AF81C1636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024305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AA6B0A5-6A50-1640-8F39-F8AC766655F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270644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CDFBCAAC-9CA0-5A4E-8684-A49AAB0BA65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5822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0C025F6B-BD75-0A4C-87E1-147D69F7C5B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98233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A9CB5A73-2496-3841-A61A-1965B0A6AD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270644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886F547A-67CA-C749-B9EA-AA1142C315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243055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1014D8-C563-4003-8EBC-A9F6EE68BA63}"/>
              </a:ext>
            </a:extLst>
          </p:cNvPr>
          <p:cNvSpPr>
            <a:spLocks noGrp="1"/>
          </p:cNvSpPr>
          <p:nvPr>
            <p:ph type="sldNum" sz="quarter" idx="5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1559D4A6-A7D1-4EAE-87E5-EB8A4B73E546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4325822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564E037C-8888-4DE6-88C4-A629CBF5F3A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298233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1" name="Picture Placeholder 4">
            <a:extLst>
              <a:ext uri="{FF2B5EF4-FFF2-40B4-BE49-F238E27FC236}">
                <a16:creationId xmlns:a16="http://schemas.microsoft.com/office/drawing/2014/main" id="{1DD1D133-7281-4297-B58B-4683B9743A55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8270644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2" name="Picture Placeholder 4">
            <a:extLst>
              <a:ext uri="{FF2B5EF4-FFF2-40B4-BE49-F238E27FC236}">
                <a16:creationId xmlns:a16="http://schemas.microsoft.com/office/drawing/2014/main" id="{4D49677A-CABE-49CD-A2EE-9EC21E15DF23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10243055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3" name="Picture Placeholder 4">
            <a:extLst>
              <a:ext uri="{FF2B5EF4-FFF2-40B4-BE49-F238E27FC236}">
                <a16:creationId xmlns:a16="http://schemas.microsoft.com/office/drawing/2014/main" id="{E46B730A-2104-4381-A7F8-6A08201D7F97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325822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0" name="Picture Placeholder 4">
            <a:extLst>
              <a:ext uri="{FF2B5EF4-FFF2-40B4-BE49-F238E27FC236}">
                <a16:creationId xmlns:a16="http://schemas.microsoft.com/office/drawing/2014/main" id="{15BD8921-64C2-47AC-9DE2-E4DFFCBF7C64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9823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1" name="Picture Placeholder 4">
            <a:extLst>
              <a:ext uri="{FF2B5EF4-FFF2-40B4-BE49-F238E27FC236}">
                <a16:creationId xmlns:a16="http://schemas.microsoft.com/office/drawing/2014/main" id="{3EF9A07C-1758-4B3E-A1CD-67412E56BBFE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8270644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25D8A2F3-A845-4271-8B71-45408EF9F6C1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024305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1921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ort Headline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"/>
            <a:ext cx="6096000" cy="6857999"/>
          </a:xfr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6067A3-9F0D-44FB-B267-D94DE708562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267634"/>
            <a:ext cx="5330952" cy="30442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here in GT Sectra Fine </a:t>
            </a:r>
            <a:r>
              <a:rPr lang="en-US" err="1"/>
              <a:t>Rg</a:t>
            </a:r>
            <a:r>
              <a:rPr lang="en-US"/>
              <a:t>, indent for other levels 24pt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A2778-1AEF-4134-970E-9AB430A5206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334BA7ED-8D91-43F2-A182-6095C0512DE1}"/>
              </a:ext>
            </a:extLst>
          </p:cNvPr>
          <p:cNvSpPr txBox="1">
            <a:spLocks/>
          </p:cNvSpPr>
          <p:nvPr userDrawn="1"/>
        </p:nvSpPr>
        <p:spPr>
          <a:xfrm>
            <a:off x="7315200" y="6486833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8018171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ort Headline and Imag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6096024" cy="6309361"/>
          </a:xfrm>
          <a:solidFill>
            <a:schemeClr val="tx1">
              <a:lumMod val="95000"/>
            </a:schemeClr>
          </a:solidFill>
        </p:spPr>
        <p:txBody>
          <a:bodyPr lIns="0" tIns="210312" anchor="t"/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 userDrawn="1"/>
        </p:nvSpPr>
        <p:spPr bwMode="white">
          <a:xfrm>
            <a:off x="0" y="6309360"/>
            <a:ext cx="12192000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B30F4D9-6AB9-4693-B1C3-C7BE8D81E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9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42B8317-AACA-4DC7-AD68-8986DF6299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80047" y="3264586"/>
            <a:ext cx="5330952" cy="304731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457200">
              <a:buFont typeface="Graphik" panose="020B0503030202060203" pitchFamily="34" charset="0"/>
              <a:buChar char="–"/>
              <a:defRPr sz="1800">
                <a:solidFill>
                  <a:schemeClr val="tx1"/>
                </a:solidFill>
              </a:defRPr>
            </a:lvl3pPr>
            <a:lvl4pPr marL="685800">
              <a:buFont typeface="Graphik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914400">
              <a:buFont typeface="Graphik" panose="020B0503030202060203" pitchFamily="34" charset="0"/>
              <a:buChar char="–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Place sub-headline here in GT Sectra Fine </a:t>
            </a:r>
            <a:r>
              <a:rPr lang="en-US" err="1"/>
              <a:t>Rg</a:t>
            </a:r>
            <a:r>
              <a:rPr lang="en-US"/>
              <a:t>, indent for other levels 24pt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12" name="GTS_WH" descr="Accenture Greater Than symbol in white">
            <a:extLst>
              <a:ext uri="{FF2B5EF4-FFF2-40B4-BE49-F238E27FC236}">
                <a16:creationId xmlns:a16="http://schemas.microsoft.com/office/drawing/2014/main" id="{9742AFA2-2F86-4FC9-AB33-FE5A8DC3B4C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F1D8E5-ED70-409D-A4B1-635A02DFE5A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128CF889-D1E2-4502-A3D9-9A2A4C346907}"/>
              </a:ext>
            </a:extLst>
          </p:cNvPr>
          <p:cNvSpPr txBox="1">
            <a:spLocks/>
          </p:cNvSpPr>
          <p:nvPr userDrawn="1"/>
        </p:nvSpPr>
        <p:spPr>
          <a:xfrm>
            <a:off x="7315200" y="6486833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9491802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9">
            <a:extLst>
              <a:ext uri="{FF2B5EF4-FFF2-40B4-BE49-F238E27FC236}">
                <a16:creationId xmlns:a16="http://schemas.microsoft.com/office/drawing/2014/main" id="{9128CE8F-D41A-47B9-921B-C6C1790F8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6839" y="943234"/>
            <a:ext cx="4191000" cy="4976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06E6C-6576-4BA5-948F-BD9FE24FA05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1159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image (alternat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217B10-543D-46E3-A5E7-CA1C578F6F6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44526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istics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FF1C6BE-E6FE-4BD6-8477-A09403EEE56E}"/>
              </a:ext>
            </a:extLst>
          </p:cNvPr>
          <p:cNvSpPr/>
          <p:nvPr userDrawn="1"/>
        </p:nvSpPr>
        <p:spPr bwMode="white">
          <a:xfrm>
            <a:off x="-10" y="-3"/>
            <a:ext cx="6096008" cy="631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AC315915-FC9E-0942-980E-6C0E99FEA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0986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311900"/>
          </a:xfrm>
          <a:solidFill>
            <a:schemeClr val="bg1">
              <a:lumMod val="95000"/>
            </a:schemeClr>
          </a:solidFill>
        </p:spPr>
        <p:txBody>
          <a:bodyPr tIns="45720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D7539E0-EC97-4984-8CDD-85CC949BB7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</a:extLst>
          </p:cNvPr>
          <p:cNvCxnSpPr>
            <a:cxnSpLocks/>
          </p:cNvCxnSpPr>
          <p:nvPr userDrawn="1"/>
        </p:nvCxnSpPr>
        <p:spPr>
          <a:xfrm>
            <a:off x="0" y="3155950"/>
            <a:ext cx="609600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2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2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</a:extLst>
          </p:cNvPr>
          <p:cNvCxnSpPr>
            <a:cxnSpLocks/>
          </p:cNvCxnSpPr>
          <p:nvPr userDrawn="1"/>
        </p:nvCxnSpPr>
        <p:spPr>
          <a:xfrm>
            <a:off x="3047998" y="-2"/>
            <a:ext cx="0" cy="631190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94EF33C-E010-4503-AC38-BB48E62572E9}"/>
              </a:ext>
            </a:extLst>
          </p:cNvPr>
          <p:cNvSpPr/>
          <p:nvPr userDrawn="1"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32">
            <a:extLst>
              <a:ext uri="{FF2B5EF4-FFF2-40B4-BE49-F238E27FC236}">
                <a16:creationId xmlns:a16="http://schemas.microsoft.com/office/drawing/2014/main" id="{15FC8104-48E6-B248-8FB6-974B5ABAE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8992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27C860B3-C7A0-E840-9D83-305F739202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0986" y="4646021"/>
            <a:ext cx="2285996" cy="1665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559DD1F-A98C-F14E-95DC-32EC947751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2" y="4646020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pic>
        <p:nvPicPr>
          <p:cNvPr id="19" name="Picture 18" descr="Accenture Greater Than symbol in white">
            <a:extLst>
              <a:ext uri="{FF2B5EF4-FFF2-40B4-BE49-F238E27FC236}">
                <a16:creationId xmlns:a16="http://schemas.microsoft.com/office/drawing/2014/main" id="{E8781F80-F3D9-42F9-B6EE-F6DC303E05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A306F6-3D4B-4153-AFB5-695424B80AC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36256176-6983-4FB0-8226-64818BC43E52}"/>
              </a:ext>
            </a:extLst>
          </p:cNvPr>
          <p:cNvSpPr txBox="1">
            <a:spLocks/>
          </p:cNvSpPr>
          <p:nvPr userDrawn="1"/>
        </p:nvSpPr>
        <p:spPr>
          <a:xfrm>
            <a:off x="7315200" y="6486833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>
                <a:solidFill>
                  <a:schemeClr val="bg1">
                    <a:alpha val="75000"/>
                  </a:schemeClr>
                </a:solidFill>
              </a:rPr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162012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stics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 userDrawn="1"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</a:extLst>
          </p:cNvPr>
          <p:cNvSpPr/>
          <p:nvPr userDrawn="1"/>
        </p:nvSpPr>
        <p:spPr bwMode="white">
          <a:xfrm>
            <a:off x="9144056" y="3155948"/>
            <a:ext cx="3047944" cy="31559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</a:extLst>
          </p:cNvPr>
          <p:cNvSpPr/>
          <p:nvPr userDrawn="1"/>
        </p:nvSpPr>
        <p:spPr bwMode="white">
          <a:xfrm>
            <a:off x="3048000" y="3155948"/>
            <a:ext cx="3047968" cy="3155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-1"/>
            <a:ext cx="3048024" cy="3151189"/>
          </a:xfrm>
          <a:solidFill>
            <a:schemeClr val="bg1">
              <a:lumMod val="95000"/>
            </a:schemeClr>
          </a:solidFill>
        </p:spPr>
        <p:txBody>
          <a:bodyPr t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7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7" name="Text Placeholder 32">
            <a:extLst>
              <a:ext uri="{FF2B5EF4-FFF2-40B4-BE49-F238E27FC236}">
                <a16:creationId xmlns:a16="http://schemas.microsoft.com/office/drawing/2014/main" id="{705CC01D-6D66-4B27-8D0E-E2205E002C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5" y="1490071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8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D36C84D9-D180-4ECA-9C39-AB74A8A3E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8986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6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2ACA6616-E51D-4660-96C1-738E6693FA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76994" y="4647835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Picture Placeholder 35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155942"/>
            <a:ext cx="3048000" cy="3155958"/>
          </a:xfr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t">
            <a:noAutofit/>
          </a:bodyPr>
          <a:lstStyle>
            <a:lvl1pPr marL="0" indent="0" algn="ctr">
              <a:buNone/>
              <a:defRPr lang="en-US" sz="1400" dirty="0"/>
            </a:lvl1pPr>
          </a:lstStyle>
          <a:p>
            <a:pPr marL="228600" lvl="0" indent="-228600" algn="ctr"/>
            <a:r>
              <a:rPr lang="en-GB"/>
              <a:t>Drag picture to placeholder </a:t>
            </a:r>
          </a:p>
          <a:p>
            <a:pPr marL="228600" lvl="0" indent="-228600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1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7ADCD97-A8C0-487C-9E6C-6CD77C3BE0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4999" y="4647836"/>
            <a:ext cx="2285995" cy="1662794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35" name="Text Placeholder 26">
            <a:extLst>
              <a:ext uri="{FF2B5EF4-FFF2-40B4-BE49-F238E27FC236}">
                <a16:creationId xmlns:a16="http://schemas.microsoft.com/office/drawing/2014/main" id="{9BC0904C-6BDA-4032-94C2-6417F59042D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0997" y="380999"/>
            <a:ext cx="5333972" cy="2393952"/>
          </a:xfrm>
        </p:spPr>
        <p:txBody>
          <a:bodyPr anchor="ctr"/>
          <a:lstStyle>
            <a:lvl1pPr marL="0" indent="0">
              <a:buNone/>
              <a:defRPr kumimoji="0" lang="en-US" sz="3600" b="1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rPr>
              <a:t>P</a:t>
            </a: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rPr>
              <a:t>lace headline here 36pt, min 30pt)</a:t>
            </a:r>
          </a:p>
        </p:txBody>
      </p:sp>
      <p:pic>
        <p:nvPicPr>
          <p:cNvPr id="23" name="Picture 22" descr="Accenture Greater Than symbol in white">
            <a:extLst>
              <a:ext uri="{FF2B5EF4-FFF2-40B4-BE49-F238E27FC236}">
                <a16:creationId xmlns:a16="http://schemas.microsoft.com/office/drawing/2014/main" id="{78774BCE-242F-4FF9-9C01-D01B97743A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1B33BA-8B14-4BE4-8987-4DD490763486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19" name="Footer Placeholder 3">
            <a:extLst>
              <a:ext uri="{FF2B5EF4-FFF2-40B4-BE49-F238E27FC236}">
                <a16:creationId xmlns:a16="http://schemas.microsoft.com/office/drawing/2014/main" id="{818282D6-F397-43A1-B927-9D339581319D}"/>
              </a:ext>
            </a:extLst>
          </p:cNvPr>
          <p:cNvSpPr txBox="1">
            <a:spLocks/>
          </p:cNvSpPr>
          <p:nvPr userDrawn="1"/>
        </p:nvSpPr>
        <p:spPr>
          <a:xfrm>
            <a:off x="7315200" y="6486833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>
                <a:solidFill>
                  <a:schemeClr val="bg1">
                    <a:alpha val="75000"/>
                  </a:schemeClr>
                </a:solidFill>
              </a:rPr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362061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ccenture Gradient Dark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2FF57A0A-C5DD-42B6-8DD3-E5EA041C72D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1A683-09B8-4B7C-917B-D192D06BBA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DE19987F-4A18-40EF-BB75-9AEE04A92117}"/>
              </a:ext>
            </a:extLst>
          </p:cNvPr>
          <p:cNvSpPr txBox="1">
            <a:spLocks/>
          </p:cNvSpPr>
          <p:nvPr userDrawn="1"/>
        </p:nvSpPr>
        <p:spPr>
          <a:xfrm>
            <a:off x="7315200" y="6486833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2233650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B0B0C095-6C73-4899-AD8E-8F75768CF51A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FE70C-67B2-45BA-88F7-45C14692FC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5DB7173-C7C9-483D-A2DB-5CFBE9C4427D}"/>
              </a:ext>
            </a:extLst>
          </p:cNvPr>
          <p:cNvSpPr txBox="1">
            <a:spLocks/>
          </p:cNvSpPr>
          <p:nvPr userDrawn="1"/>
        </p:nvSpPr>
        <p:spPr>
          <a:xfrm>
            <a:off x="7315200" y="6486833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361378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AD31DD4-2506-4E03-897C-F4C8C020F0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headline here 54pt</a:t>
            </a:r>
          </a:p>
        </p:txBody>
      </p:sp>
      <p:sp>
        <p:nvSpPr>
          <p:cNvPr id="7" name="GTS_WH" descr="Accenture Greater Than symbol in white">
            <a:extLst>
              <a:ext uri="{FF2B5EF4-FFF2-40B4-BE49-F238E27FC236}">
                <a16:creationId xmlns:a16="http://schemas.microsoft.com/office/drawing/2014/main" id="{AE479463-B4C9-4B9A-BE8B-62B5B9CF007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BAA91-4288-4230-8881-E1D51DEBF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33030F88-0B58-470C-8D19-CEA67BBC55CB}"/>
              </a:ext>
            </a:extLst>
          </p:cNvPr>
          <p:cNvSpPr txBox="1">
            <a:spLocks/>
          </p:cNvSpPr>
          <p:nvPr userDrawn="1"/>
        </p:nvSpPr>
        <p:spPr>
          <a:xfrm>
            <a:off x="7315200" y="6486833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172348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0A237C-DB73-401B-BD5B-B8B9133233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24501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7CFBA7-F1B1-4FF3-932C-7525FBDA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691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030600-A2B3-4AAD-808D-56DA9B773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542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(bullet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  <a:p>
            <a:pPr lvl="6"/>
            <a:r>
              <a:rPr lang="en-US"/>
              <a:t>Seventh level (small copy 12pt)</a:t>
            </a:r>
          </a:p>
          <a:p>
            <a:pPr lvl="7"/>
            <a:r>
              <a:rPr lang="en-US"/>
              <a:t>EIGHT LEVEL (DESCRIPTOR 10PT)</a:t>
            </a:r>
          </a:p>
          <a:p>
            <a:pPr lvl="8"/>
            <a:r>
              <a:rPr lang="en-US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A8F949D7-A1BE-4724-B561-A8BB124F9F71}"/>
              </a:ext>
            </a:extLst>
          </p:cNvPr>
          <p:cNvSpPr txBox="1">
            <a:spLocks/>
          </p:cNvSpPr>
          <p:nvPr userDrawn="1"/>
        </p:nvSpPr>
        <p:spPr>
          <a:xfrm>
            <a:off x="7315200" y="6486833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19510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729" r:id="rId2"/>
    <p:sldLayoutId id="2147483682" r:id="rId3"/>
    <p:sldLayoutId id="2147483734" r:id="rId4"/>
    <p:sldLayoutId id="2147483728" r:id="rId5"/>
    <p:sldLayoutId id="2147483733" r:id="rId6"/>
    <p:sldLayoutId id="2147483730" r:id="rId7"/>
    <p:sldLayoutId id="2147483681" r:id="rId8"/>
    <p:sldLayoutId id="2147483732" r:id="rId9"/>
    <p:sldLayoutId id="2147483731" r:id="rId10"/>
    <p:sldLayoutId id="2147483750" r:id="rId11"/>
    <p:sldLayoutId id="2147483649" r:id="rId12"/>
    <p:sldLayoutId id="2147483759" r:id="rId13"/>
    <p:sldLayoutId id="2147483760" r:id="rId14"/>
    <p:sldLayoutId id="2147483746" r:id="rId15"/>
    <p:sldLayoutId id="2147483751" r:id="rId16"/>
    <p:sldLayoutId id="2147483752" r:id="rId17"/>
    <p:sldLayoutId id="2147483748" r:id="rId18"/>
    <p:sldLayoutId id="2147483651" r:id="rId19"/>
    <p:sldLayoutId id="2147483721" r:id="rId20"/>
    <p:sldLayoutId id="2147483739" r:id="rId21"/>
    <p:sldLayoutId id="2147483737" r:id="rId22"/>
    <p:sldLayoutId id="2147483742" r:id="rId23"/>
    <p:sldLayoutId id="2147483724" r:id="rId24"/>
    <p:sldLayoutId id="2147483723" r:id="rId25"/>
    <p:sldLayoutId id="2147483725" r:id="rId26"/>
    <p:sldLayoutId id="2147483755" r:id="rId27"/>
    <p:sldLayoutId id="2147483757" r:id="rId28"/>
    <p:sldLayoutId id="2147483673" r:id="rId29"/>
    <p:sldLayoutId id="2147483653" r:id="rId30"/>
    <p:sldLayoutId id="2147483722" r:id="rId31"/>
    <p:sldLayoutId id="2147483693" r:id="rId32"/>
    <p:sldLayoutId id="2147483701" r:id="rId33"/>
    <p:sldLayoutId id="2147483668" r:id="rId34"/>
    <p:sldLayoutId id="2147483707" r:id="rId35"/>
    <p:sldLayoutId id="2147483714" r:id="rId36"/>
    <p:sldLayoutId id="2147483657" r:id="rId37"/>
    <p:sldLayoutId id="2147483679" r:id="rId38"/>
    <p:sldLayoutId id="2147483661" r:id="rId39"/>
    <p:sldLayoutId id="2147483754" r:id="rId40"/>
    <p:sldLayoutId id="2147483678" r:id="rId41"/>
    <p:sldLayoutId id="2147483663" r:id="rId42"/>
    <p:sldLayoutId id="2147483667" r:id="rId43"/>
    <p:sldLayoutId id="2147483726" r:id="rId44"/>
    <p:sldLayoutId id="2147483688" r:id="rId45"/>
    <p:sldLayoutId id="2147483655" r:id="rId46"/>
    <p:sldLayoutId id="2147483745" r:id="rId47"/>
    <p:sldLayoutId id="2147483741" r:id="rId48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 userDrawn="1">
          <p15:clr>
            <a:srgbClr val="C35EA4"/>
          </p15:clr>
        </p15:guide>
        <p15:guide id="2" orient="horz" pos="3976" userDrawn="1">
          <p15:clr>
            <a:srgbClr val="C35EA4"/>
          </p15:clr>
        </p15:guide>
        <p15:guide id="3" pos="240" userDrawn="1">
          <p15:clr>
            <a:srgbClr val="C35EA4"/>
          </p15:clr>
        </p15:guide>
        <p15:guide id="4" pos="74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2D053-0153-A8CC-FE64-4E88EF355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7F7AA9-F4BD-B8DC-D4D6-D073E8788D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A8E7BFE-7DD9-62E1-60B7-BFA6AC4DD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66807"/>
            <a:ext cx="11430000" cy="369013"/>
          </a:xfrm>
        </p:spPr>
        <p:txBody>
          <a:bodyPr/>
          <a:lstStyle/>
          <a:p>
            <a:r>
              <a:rPr lang="en-US" sz="2800"/>
              <a:t>Case Study #1 : To-Do List App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FD651F1-C92B-1A53-CC60-52E85175EF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2009488"/>
              </p:ext>
            </p:extLst>
          </p:nvPr>
        </p:nvGraphicFramePr>
        <p:xfrm>
          <a:off x="381000" y="535820"/>
          <a:ext cx="11588395" cy="58216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582460">
                  <a:extLst>
                    <a:ext uri="{9D8B030D-6E8A-4147-A177-3AD203B41FA5}">
                      <a16:colId xmlns:a16="http://schemas.microsoft.com/office/drawing/2014/main" val="3964510991"/>
                    </a:ext>
                  </a:extLst>
                </a:gridCol>
                <a:gridCol w="2375643">
                  <a:extLst>
                    <a:ext uri="{9D8B030D-6E8A-4147-A177-3AD203B41FA5}">
                      <a16:colId xmlns:a16="http://schemas.microsoft.com/office/drawing/2014/main" val="2111729769"/>
                    </a:ext>
                  </a:extLst>
                </a:gridCol>
                <a:gridCol w="8630292">
                  <a:extLst>
                    <a:ext uri="{9D8B030D-6E8A-4147-A177-3AD203B41FA5}">
                      <a16:colId xmlns:a16="http://schemas.microsoft.com/office/drawing/2014/main" val="3900290819"/>
                    </a:ext>
                  </a:extLst>
                </a:gridCol>
              </a:tblGrid>
              <a:tr h="191544">
                <a:tc>
                  <a:txBody>
                    <a:bodyPr/>
                    <a:lstStyle/>
                    <a:p>
                      <a:r>
                        <a:rPr lang="en-US" sz="100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Conditions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376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/>
                        <a:t>I should be able to create a new account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76225" indent="-276225">
                        <a:buFont typeface="Wingdings" pitchFamily="2" charset="2"/>
                        <a:buChar char="q"/>
                        <a:tabLst>
                          <a:tab pos="173038" algn="l"/>
                        </a:tabLst>
                      </a:pPr>
                      <a:r>
                        <a:rPr lang="en-US" sz="1100"/>
                        <a:t>If not yet signed in, I should be directed to the sign-in screen where I am able to create an account.</a:t>
                      </a:r>
                    </a:p>
                    <a:p>
                      <a:pPr marL="276225" indent="-276225">
                        <a:buFont typeface="Wingdings" pitchFamily="2" charset="2"/>
                        <a:buChar char="q"/>
                        <a:tabLst>
                          <a:tab pos="173038" algn="l"/>
                        </a:tabLst>
                      </a:pPr>
                      <a:r>
                        <a:rPr lang="en-US" sz="1100"/>
                        <a:t>Account only requires a unique username and a valid </a:t>
                      </a:r>
                      <a:r>
                        <a:rPr lang="en-US" sz="1100" b="1"/>
                        <a:t>pass phrase.  </a:t>
                      </a:r>
                      <a:r>
                        <a:rPr lang="en-US" sz="1100" b="0"/>
                        <a:t>Allowed symbols are letters, numbers, spaces, !#()_- </a:t>
                      </a:r>
                    </a:p>
                    <a:p>
                      <a:pPr marL="276225" indent="-276225">
                        <a:buFont typeface="Wingdings" pitchFamily="2" charset="2"/>
                        <a:buChar char="q"/>
                        <a:tabLst>
                          <a:tab pos="173038" algn="l"/>
                        </a:tabLst>
                      </a:pPr>
                      <a:r>
                        <a:rPr lang="en-US" sz="1100"/>
                        <a:t>After successful account creation, I should be asked to sign in successfully to gain access to the application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293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/>
                        <a:t>When signed-out, I  should be able to sign in using my credentials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76225" indent="-276225">
                        <a:buFont typeface="Wingdings" pitchFamily="2" charset="2"/>
                        <a:buChar char="q"/>
                        <a:tabLst>
                          <a:tab pos="173038" algn="l"/>
                        </a:tabLst>
                      </a:pPr>
                      <a:r>
                        <a:rPr lang="en-US" sz="1100"/>
                        <a:t>If not yet signed in, I should first be directed to the the sign-in screen. </a:t>
                      </a:r>
                    </a:p>
                    <a:p>
                      <a:pPr marL="276225" indent="-276225">
                        <a:buFont typeface="Wingdings" pitchFamily="2" charset="2"/>
                        <a:buChar char="q"/>
                        <a:tabLst>
                          <a:tab pos="173038" algn="l"/>
                        </a:tabLst>
                      </a:pPr>
                      <a:r>
                        <a:rPr lang="en-US" sz="1100"/>
                        <a:t>I should be able to sign in using username/password credential </a:t>
                      </a:r>
                    </a:p>
                    <a:p>
                      <a:pPr marL="276225" indent="-276225">
                        <a:buFont typeface="Wingdings" pitchFamily="2" charset="2"/>
                        <a:buChar char="q"/>
                      </a:pPr>
                      <a:r>
                        <a:rPr lang="en-US" sz="1100"/>
                        <a:t>The application should retain my signed-in state even when I close the application </a:t>
                      </a:r>
                      <a:r>
                        <a:rPr lang="en-US" sz="1100" err="1"/>
                        <a:t>upto</a:t>
                      </a:r>
                      <a:r>
                        <a:rPr lang="en-US" sz="1100"/>
                        <a:t> 24 hours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036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/>
                        <a:t>As a signed-in user, I should be able to explicitly sign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76225" indent="-276225">
                        <a:buFont typeface="Wingdings" pitchFamily="2" charset="2"/>
                        <a:buChar char="q"/>
                        <a:tabLst>
                          <a:tab pos="173038" algn="l"/>
                        </a:tabLst>
                      </a:pPr>
                      <a:r>
                        <a:rPr lang="en-US" sz="1100"/>
                        <a:t>When signed-in, I should be able to to explicitly sign out, removing my currently signed-in state</a:t>
                      </a:r>
                    </a:p>
                    <a:p>
                      <a:pPr marL="276225" indent="-276225">
                        <a:buFont typeface="Wingdings" pitchFamily="2" charset="2"/>
                        <a:buChar char="q"/>
                        <a:tabLst>
                          <a:tab pos="173038" algn="l"/>
                        </a:tabLst>
                      </a:pPr>
                      <a:r>
                        <a:rPr lang="en-US" sz="1100"/>
                        <a:t>When signed-out the only page available to me should be the sign-in screen.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79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As a signed-in user, I should be able to view a summary of my existing To-Do list 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76225" indent="-276225">
                        <a:buFont typeface="Wingdings" pitchFamily="2" charset="2"/>
                        <a:buChar char="q"/>
                        <a:tabLst/>
                      </a:pPr>
                      <a:r>
                        <a:rPr lang="en-US" sz="1100"/>
                        <a:t>When signed in, the application will show me a list of my current to-dos.</a:t>
                      </a:r>
                    </a:p>
                    <a:p>
                      <a:pPr marL="276225" indent="-276225">
                        <a:buFont typeface="Wingdings" pitchFamily="2" charset="2"/>
                        <a:buChar char="q"/>
                        <a:tabLst/>
                      </a:pPr>
                      <a:r>
                        <a:rPr lang="en-US" sz="1100"/>
                        <a:t>Each item on the list should show the </a:t>
                      </a:r>
                      <a:r>
                        <a:rPr lang="en-US" sz="1100" b="1"/>
                        <a:t>title</a:t>
                      </a:r>
                      <a:r>
                        <a:rPr lang="en-US" sz="1100"/>
                        <a:t>, </a:t>
                      </a:r>
                      <a:r>
                        <a:rPr lang="en-US" sz="1100" b="1"/>
                        <a:t>due date,</a:t>
                      </a:r>
                      <a:r>
                        <a:rPr lang="en-US" sz="1100"/>
                        <a:t> </a:t>
                      </a:r>
                      <a:r>
                        <a:rPr lang="en-US" sz="1100" b="1"/>
                        <a:t>priority</a:t>
                      </a:r>
                      <a:r>
                        <a:rPr lang="en-US" sz="1100"/>
                        <a:t> and </a:t>
                      </a:r>
                      <a:r>
                        <a:rPr lang="en-US" sz="1100" b="1"/>
                        <a:t>current state</a:t>
                      </a:r>
                    </a:p>
                    <a:p>
                      <a:pPr marL="276225" indent="-276225">
                        <a:buFont typeface="Wingdings" pitchFamily="2" charset="2"/>
                        <a:buChar char="q"/>
                        <a:tabLst/>
                      </a:pPr>
                      <a:r>
                        <a:rPr lang="en-US" sz="1100" b="0"/>
                        <a:t>I should be able to sort the list  by </a:t>
                      </a:r>
                      <a:r>
                        <a:rPr lang="en-US" sz="1100" b="1"/>
                        <a:t>due</a:t>
                      </a:r>
                      <a:r>
                        <a:rPr lang="en-US" sz="1100" b="0"/>
                        <a:t> </a:t>
                      </a:r>
                      <a:r>
                        <a:rPr lang="en-US" sz="1100" b="1"/>
                        <a:t>date</a:t>
                      </a:r>
                      <a:r>
                        <a:rPr lang="en-US" sz="1100" b="0"/>
                        <a:t>, </a:t>
                      </a:r>
                      <a:r>
                        <a:rPr lang="en-US" sz="1100" b="1"/>
                        <a:t>priority</a:t>
                      </a:r>
                      <a:r>
                        <a:rPr lang="en-US" sz="1100" b="0"/>
                        <a:t> and </a:t>
                      </a:r>
                      <a:r>
                        <a:rPr lang="en-US" sz="1100" b="1"/>
                        <a:t>current state</a:t>
                      </a:r>
                    </a:p>
                    <a:p>
                      <a:pPr marL="276225" indent="-276225">
                        <a:buFont typeface="Wingdings" pitchFamily="2" charset="2"/>
                        <a:buChar char="q"/>
                        <a:tabLst/>
                      </a:pPr>
                      <a:r>
                        <a:rPr lang="en-US" sz="1100" b="0"/>
                        <a:t>I should be able to filter the list by </a:t>
                      </a:r>
                      <a:r>
                        <a:rPr lang="en-US" sz="1100" b="1"/>
                        <a:t>priority</a:t>
                      </a:r>
                      <a:r>
                        <a:rPr lang="en-US" sz="1100" b="0"/>
                        <a:t> and </a:t>
                      </a:r>
                      <a:r>
                        <a:rPr lang="en-US" sz="1100" b="1"/>
                        <a:t>current state</a:t>
                      </a:r>
                      <a:r>
                        <a:rPr lang="en-US" sz="1100" b="0"/>
                        <a:t>. </a:t>
                      </a:r>
                    </a:p>
                    <a:p>
                      <a:pPr marL="276225" indent="-276225">
                        <a:buFont typeface="Wingdings" pitchFamily="2" charset="2"/>
                        <a:buChar char="q"/>
                        <a:tabLst/>
                      </a:pPr>
                      <a:r>
                        <a:rPr lang="en-US" sz="1100" b="0"/>
                        <a:t>Incomplete items nearing due date  should be highlighted 24 hours before due.  Critical items: 48 hours before due.</a:t>
                      </a:r>
                    </a:p>
                    <a:p>
                      <a:pPr marL="276225" indent="-276225">
                        <a:buFont typeface="Wingdings" pitchFamily="2" charset="2"/>
                        <a:buChar char="q"/>
                        <a:tabLst/>
                      </a:pPr>
                      <a:r>
                        <a:rPr lang="en-US" sz="1100" b="0"/>
                        <a:t>Items that are past due should have a different highlight (based on client time).</a:t>
                      </a:r>
                    </a:p>
                    <a:p>
                      <a:pPr marL="276225" indent="-276225">
                        <a:buFont typeface="Wingdings" pitchFamily="2" charset="2"/>
                        <a:buChar char="q"/>
                        <a:tabLst/>
                      </a:pPr>
                      <a:r>
                        <a:rPr lang="en-US" sz="1100" b="0"/>
                        <a:t>I should be able to multi-select items for deletion</a:t>
                      </a:r>
                    </a:p>
                    <a:p>
                      <a:pPr marL="276225" indent="-276225">
                        <a:buFont typeface="Wingdings" pitchFamily="2" charset="2"/>
                        <a:buChar char="q"/>
                        <a:tabLst/>
                      </a:pPr>
                      <a:r>
                        <a:rPr lang="en-US" sz="1100" b="0"/>
                        <a:t>I should only be be able to view my own to-do lists.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130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As a signed-in user,  I should be able to view the details of a selected to-do list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76225" indent="-276225">
                        <a:buFont typeface="Wingdings" pitchFamily="2" charset="2"/>
                        <a:buChar char="q"/>
                        <a:tabLst/>
                      </a:pPr>
                      <a:r>
                        <a:rPr lang="en-US" sz="1100"/>
                        <a:t>From the summary list screen,  I should be able select an item to view in detail</a:t>
                      </a:r>
                    </a:p>
                    <a:p>
                      <a:pPr marL="276225" indent="-276225">
                        <a:buFont typeface="Wingdings" pitchFamily="2" charset="2"/>
                        <a:buChar char="q"/>
                        <a:tabLst/>
                      </a:pPr>
                      <a:r>
                        <a:rPr lang="en-US" sz="1100"/>
                        <a:t>I should be able the details of that item (</a:t>
                      </a:r>
                      <a:r>
                        <a:rPr lang="en-US" sz="1100" b="1"/>
                        <a:t>title, details, create date, due date, completed date, priority, status</a:t>
                      </a:r>
                      <a:r>
                        <a:rPr lang="en-US" sz="1100"/>
                        <a:t>)</a:t>
                      </a:r>
                    </a:p>
                    <a:p>
                      <a:pPr marL="276225" indent="-276225">
                        <a:buFont typeface="Wingdings" pitchFamily="2" charset="2"/>
                        <a:buChar char="q"/>
                        <a:tabLst/>
                      </a:pPr>
                      <a:r>
                        <a:rPr lang="en-US" sz="1100"/>
                        <a:t>All date/times should be displayed based on client locale settings</a:t>
                      </a:r>
                    </a:p>
                    <a:p>
                      <a:pPr marL="276225" indent="-276225">
                        <a:buFont typeface="Wingdings" pitchFamily="2" charset="2"/>
                        <a:buChar char="q"/>
                        <a:tabLst/>
                      </a:pPr>
                      <a:r>
                        <a:rPr lang="en-US" sz="1100"/>
                        <a:t>From the details screen, I should be able to edit or delete that specific item.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8839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As a signed-in user,  I should be able to add a new to-do item to my list or edit an existing 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76225" indent="-276225">
                        <a:buFont typeface="Wingdings" pitchFamily="2" charset="2"/>
                        <a:buChar char="q"/>
                        <a:tabLst/>
                      </a:pPr>
                      <a:r>
                        <a:rPr lang="en-US" sz="1100"/>
                        <a:t>From the to-do summary screen, I should be able to add a new to-do list item </a:t>
                      </a:r>
                    </a:p>
                    <a:p>
                      <a:pPr marL="733425" lvl="1" indent="-276225">
                        <a:buFont typeface="Wingdings" pitchFamily="2" charset="2"/>
                        <a:buChar char="q"/>
                        <a:tabLst/>
                      </a:pPr>
                      <a:r>
                        <a:rPr lang="en-US" sz="1100"/>
                        <a:t>Title: short text, 25 chars, cannot be edited</a:t>
                      </a:r>
                    </a:p>
                    <a:p>
                      <a:pPr marL="733425" lvl="1" indent="-276225">
                        <a:buFont typeface="Wingdings" pitchFamily="2" charset="2"/>
                        <a:buChar char="q"/>
                        <a:tabLst/>
                      </a:pPr>
                      <a:r>
                        <a:rPr lang="en-US" sz="1100"/>
                        <a:t>Details: long text, 300 chars, can be edited</a:t>
                      </a:r>
                    </a:p>
                    <a:p>
                      <a:pPr marL="733425" lvl="1" indent="-276225">
                        <a:buFont typeface="Wingdings" pitchFamily="2" charset="2"/>
                        <a:buChar char="q"/>
                        <a:tabLst/>
                      </a:pPr>
                      <a:r>
                        <a:rPr lang="en-US" sz="1100"/>
                        <a:t>Create date/time: (automatic, based on server time), cannot be edited</a:t>
                      </a:r>
                    </a:p>
                    <a:p>
                      <a:pPr marL="733425" lvl="1" indent="-276225">
                        <a:buFont typeface="Wingdings" pitchFamily="2" charset="2"/>
                        <a:buChar char="q"/>
                        <a:tabLst/>
                      </a:pPr>
                      <a:r>
                        <a:rPr lang="en-US" sz="1100"/>
                        <a:t>Due date/time: date, must be past of create date.</a:t>
                      </a:r>
                    </a:p>
                    <a:p>
                      <a:pPr marL="733425" lvl="1" indent="-276225">
                        <a:buFont typeface="Wingdings" pitchFamily="2" charset="2"/>
                        <a:buChar char="q"/>
                        <a:tabLst/>
                      </a:pPr>
                      <a:r>
                        <a:rPr lang="en-US" sz="1100"/>
                        <a:t>Completed date: no value until the item is marked complete.  Defaults to the timestamp the item was marked complete but can be modified by the user. </a:t>
                      </a:r>
                    </a:p>
                    <a:p>
                      <a:pPr marL="733425" lvl="1" indent="-276225">
                        <a:buFont typeface="Wingdings" pitchFamily="2" charset="2"/>
                        <a:buChar char="q"/>
                        <a:tabLst/>
                      </a:pPr>
                      <a:r>
                        <a:rPr lang="en-US" sz="1100"/>
                        <a:t>Priority: </a:t>
                      </a:r>
                      <a:r>
                        <a:rPr lang="en-US" sz="1100" b="1"/>
                        <a:t>low, high, critical, </a:t>
                      </a:r>
                      <a:r>
                        <a:rPr lang="en-US" sz="1100" b="0"/>
                        <a:t>cannot be edited</a:t>
                      </a:r>
                      <a:endParaRPr lang="en-US" sz="1100"/>
                    </a:p>
                    <a:p>
                      <a:pPr marL="733425" lvl="1" indent="-276225">
                        <a:buFont typeface="Wingdings" pitchFamily="2" charset="2"/>
                        <a:buChar char="q"/>
                        <a:tabLst/>
                      </a:pPr>
                      <a:r>
                        <a:rPr lang="en-US" sz="1100"/>
                        <a:t>Status: </a:t>
                      </a:r>
                      <a:r>
                        <a:rPr lang="en-US" sz="1100" b="1"/>
                        <a:t>not-started</a:t>
                      </a:r>
                      <a:r>
                        <a:rPr lang="en-US" sz="1100" b="0"/>
                        <a:t> (initial value)</a:t>
                      </a:r>
                      <a:r>
                        <a:rPr lang="en-US" sz="1100" b="1"/>
                        <a:t>, in progress,  completed,  cancelled, </a:t>
                      </a:r>
                      <a:r>
                        <a:rPr lang="en-US" sz="1100" b="0"/>
                        <a:t>can be edited</a:t>
                      </a:r>
                    </a:p>
                    <a:p>
                      <a:pPr marL="276225" indent="-276225">
                        <a:buFont typeface="Wingdings" pitchFamily="2" charset="2"/>
                        <a:buChar char="q"/>
                        <a:tabLst/>
                      </a:pPr>
                      <a:r>
                        <a:rPr lang="en-US" sz="1100"/>
                        <a:t>Successfully creating or editing an item should bring me back to the summary screen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728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2587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A94189-672A-4262-8F27-15A75AB674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0CF4C86-9640-954E-C2E9-F995B6F02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66807"/>
            <a:ext cx="11430000" cy="369013"/>
          </a:xfrm>
        </p:spPr>
        <p:txBody>
          <a:bodyPr/>
          <a:lstStyle/>
          <a:p>
            <a:r>
              <a:rPr lang="en-US" sz="2800"/>
              <a:t>Case Study #1: Advanced Features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83CFD77-78D5-3400-A260-7C82AEFB35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1084293"/>
              </p:ext>
            </p:extLst>
          </p:nvPr>
        </p:nvGraphicFramePr>
        <p:xfrm>
          <a:off x="381000" y="535820"/>
          <a:ext cx="11588395" cy="2999511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582460">
                  <a:extLst>
                    <a:ext uri="{9D8B030D-6E8A-4147-A177-3AD203B41FA5}">
                      <a16:colId xmlns:a16="http://schemas.microsoft.com/office/drawing/2014/main" val="3964510991"/>
                    </a:ext>
                  </a:extLst>
                </a:gridCol>
                <a:gridCol w="2375643">
                  <a:extLst>
                    <a:ext uri="{9D8B030D-6E8A-4147-A177-3AD203B41FA5}">
                      <a16:colId xmlns:a16="http://schemas.microsoft.com/office/drawing/2014/main" val="2111729769"/>
                    </a:ext>
                  </a:extLst>
                </a:gridCol>
                <a:gridCol w="8630292">
                  <a:extLst>
                    <a:ext uri="{9D8B030D-6E8A-4147-A177-3AD203B41FA5}">
                      <a16:colId xmlns:a16="http://schemas.microsoft.com/office/drawing/2014/main" val="3900290819"/>
                    </a:ext>
                  </a:extLst>
                </a:gridCol>
              </a:tblGrid>
              <a:tr h="159380">
                <a:tc>
                  <a:txBody>
                    <a:bodyPr/>
                    <a:lstStyle/>
                    <a:p>
                      <a:r>
                        <a:rPr lang="en-US" sz="100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Conditions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376260"/>
                  </a:ext>
                </a:extLst>
              </a:tr>
              <a:tr h="826786">
                <a:tc>
                  <a:txBody>
                    <a:bodyPr/>
                    <a:lstStyle/>
                    <a:p>
                      <a:r>
                        <a:rPr lang="en-US" sz="1100" b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/>
                        <a:t>As a signed in user, I can add one or more subtasks, edit a subtask or remove subtasks from a to-do list item.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76225" indent="-276225">
                        <a:buFont typeface="Wingdings" pitchFamily="2" charset="2"/>
                        <a:buChar char="q"/>
                        <a:tabLst>
                          <a:tab pos="173038" algn="l"/>
                        </a:tabLst>
                      </a:pPr>
                      <a:r>
                        <a:rPr lang="en-US" sz="1100"/>
                        <a:t>Every item in the to-do list can have 0 or more subtasks, maximum of 10.</a:t>
                      </a:r>
                    </a:p>
                    <a:p>
                      <a:pPr marL="276225" indent="-276225">
                        <a:buFont typeface="Wingdings" pitchFamily="2" charset="2"/>
                        <a:buChar char="q"/>
                        <a:tabLst>
                          <a:tab pos="173038" algn="l"/>
                        </a:tabLst>
                      </a:pPr>
                      <a:r>
                        <a:rPr lang="en-US" sz="1100"/>
                        <a:t>Each sub task has </a:t>
                      </a:r>
                    </a:p>
                    <a:p>
                      <a:pPr marL="733425" lvl="1" indent="-276225">
                        <a:buFont typeface="Wingdings" pitchFamily="2" charset="2"/>
                        <a:buChar char="q"/>
                        <a:tabLst>
                          <a:tab pos="173038" algn="l"/>
                        </a:tabLst>
                      </a:pPr>
                      <a:r>
                        <a:rPr lang="en-US" sz="1100"/>
                        <a:t>A description of the subtask</a:t>
                      </a:r>
                    </a:p>
                    <a:p>
                      <a:pPr marL="733425" lvl="1" indent="-276225">
                        <a:buFont typeface="Wingdings" pitchFamily="2" charset="2"/>
                        <a:buChar char="q"/>
                        <a:tabLst>
                          <a:tab pos="173038" algn="l"/>
                        </a:tabLst>
                      </a:pPr>
                      <a:r>
                        <a:rPr lang="en-US" sz="1100"/>
                        <a:t>An indicator whether it is ’done’ or ‘not done’.  This defaults to ‘not done’ when a sub task is first added</a:t>
                      </a:r>
                    </a:p>
                    <a:p>
                      <a:pPr marL="276225" lvl="0" indent="-276225">
                        <a:buFont typeface="Wingdings" pitchFamily="2" charset="2"/>
                        <a:buChar char="q"/>
                        <a:tabLst>
                          <a:tab pos="173038" algn="l"/>
                        </a:tabLst>
                      </a:pPr>
                      <a:r>
                        <a:rPr lang="en-US" sz="1100"/>
                        <a:t>I can mark each subtask as done or not done</a:t>
                      </a:r>
                    </a:p>
                    <a:p>
                      <a:pPr marL="276225" marR="0" lvl="0" indent="-2762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q"/>
                        <a:tabLst>
                          <a:tab pos="173038" algn="l"/>
                        </a:tabLst>
                        <a:defRPr/>
                      </a:pPr>
                      <a:r>
                        <a:rPr lang="en-US" sz="1100"/>
                        <a:t>I can delete a subtask item</a:t>
                      </a:r>
                    </a:p>
                    <a:p>
                      <a:pPr marL="276225" marR="0" lvl="0" indent="-2762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q"/>
                        <a:tabLst>
                          <a:tab pos="173038" algn="l"/>
                        </a:tabLst>
                        <a:defRPr/>
                      </a:pPr>
                      <a:r>
                        <a:rPr lang="en-US" sz="1100"/>
                        <a:t>I can edit the description of a subtask.</a:t>
                      </a:r>
                    </a:p>
                    <a:p>
                      <a:pPr marL="276225" lvl="0" indent="-276225">
                        <a:buFont typeface="Wingdings" pitchFamily="2" charset="2"/>
                        <a:buChar char="q"/>
                        <a:tabLst>
                          <a:tab pos="173038" algn="l"/>
                        </a:tabLst>
                      </a:pPr>
                      <a:r>
                        <a:rPr lang="en-US" sz="1100"/>
                        <a:t>When all subtasks are ‘done’ then the to-do list item is considered complete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036602"/>
                  </a:ext>
                </a:extLst>
              </a:tr>
              <a:tr h="561111">
                <a:tc>
                  <a:txBody>
                    <a:bodyPr/>
                    <a:lstStyle/>
                    <a:p>
                      <a:r>
                        <a:rPr lang="en-US" sz="1100" b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/>
                        <a:t>As a signed in user, I can add or remove  image attachments to a to-do list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76225" lvl="0" indent="-276225">
                        <a:buFont typeface="Wingdings" pitchFamily="2" charset="2"/>
                        <a:buChar char="q"/>
                        <a:tabLst>
                          <a:tab pos="173038" algn="l"/>
                        </a:tabLst>
                      </a:pPr>
                      <a:r>
                        <a:rPr lang="en-US" sz="1100"/>
                        <a:t>Every item in the to do list can have 0 or more image attachments, maximum of 5</a:t>
                      </a:r>
                    </a:p>
                    <a:p>
                      <a:pPr marL="276225" lvl="0" indent="-276225">
                        <a:buFont typeface="Wingdings" pitchFamily="2" charset="2"/>
                        <a:buChar char="q"/>
                        <a:tabLst>
                          <a:tab pos="173038" algn="l"/>
                        </a:tabLst>
                      </a:pPr>
                      <a:r>
                        <a:rPr lang="en-US" sz="1100"/>
                        <a:t>Each attachment can have a maximum 10MB in size</a:t>
                      </a:r>
                    </a:p>
                    <a:p>
                      <a:pPr marL="276225" lvl="0" indent="-276225">
                        <a:buFont typeface="Wingdings" pitchFamily="2" charset="2"/>
                        <a:buChar char="q"/>
                        <a:tabLst>
                          <a:tab pos="173038" algn="l"/>
                        </a:tabLst>
                      </a:pPr>
                      <a:r>
                        <a:rPr lang="en-US" sz="1100"/>
                        <a:t>Attachments can be valid images types </a:t>
                      </a:r>
                    </a:p>
                    <a:p>
                      <a:pPr marL="276225" lvl="0" indent="-276225">
                        <a:buFont typeface="Wingdings" pitchFamily="2" charset="2"/>
                        <a:buChar char="q"/>
                        <a:tabLst>
                          <a:tab pos="173038" algn="l"/>
                        </a:tabLst>
                      </a:pPr>
                      <a:endParaRPr lang="en-US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9826659"/>
                  </a:ext>
                </a:extLst>
              </a:tr>
              <a:tr h="561111">
                <a:tc>
                  <a:txBody>
                    <a:bodyPr/>
                    <a:lstStyle/>
                    <a:p>
                      <a:r>
                        <a:rPr lang="en-US" sz="1100" b="0"/>
                        <a:t>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/>
                        <a:t>As a user, I can opt to use my selected social media logins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76225" lvl="0" indent="-276225">
                        <a:buFont typeface="Wingdings" pitchFamily="2" charset="2"/>
                        <a:buChar char="q"/>
                        <a:tabLst>
                          <a:tab pos="173038" algn="l"/>
                        </a:tabLst>
                      </a:pPr>
                      <a:r>
                        <a:rPr lang="en-US" sz="1100"/>
                        <a:t>Instead of creating an account, I can opt to use a social media login (Google or FB)</a:t>
                      </a:r>
                    </a:p>
                    <a:p>
                      <a:pPr marL="276225" lvl="0" indent="-276225">
                        <a:buFont typeface="Wingdings" pitchFamily="2" charset="2"/>
                        <a:buChar char="q"/>
                        <a:tabLst>
                          <a:tab pos="173038" algn="l"/>
                        </a:tabLst>
                      </a:pPr>
                      <a:r>
                        <a:rPr lang="en-US" sz="1100"/>
                        <a:t>Signing in via this method will create the account as well if no prior account exists.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62786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4969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A94189-672A-4262-8F27-15A75AB674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3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83CFD77-78D5-3400-A260-7C82AEFB35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2759028"/>
              </p:ext>
            </p:extLst>
          </p:nvPr>
        </p:nvGraphicFramePr>
        <p:xfrm>
          <a:off x="6539751" y="868479"/>
          <a:ext cx="5077942" cy="464312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368401">
                  <a:extLst>
                    <a:ext uri="{9D8B030D-6E8A-4147-A177-3AD203B41FA5}">
                      <a16:colId xmlns:a16="http://schemas.microsoft.com/office/drawing/2014/main" val="3964510991"/>
                    </a:ext>
                  </a:extLst>
                </a:gridCol>
                <a:gridCol w="1562080">
                  <a:extLst>
                    <a:ext uri="{9D8B030D-6E8A-4147-A177-3AD203B41FA5}">
                      <a16:colId xmlns:a16="http://schemas.microsoft.com/office/drawing/2014/main" val="2111729769"/>
                    </a:ext>
                  </a:extLst>
                </a:gridCol>
                <a:gridCol w="3147461">
                  <a:extLst>
                    <a:ext uri="{9D8B030D-6E8A-4147-A177-3AD203B41FA5}">
                      <a16:colId xmlns:a16="http://schemas.microsoft.com/office/drawing/2014/main" val="39002908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10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Components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376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b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Client 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  <a:tabLst>
                          <a:tab pos="173038" algn="l"/>
                        </a:tabLst>
                      </a:pPr>
                      <a:r>
                        <a:rPr lang="en-US" sz="1100"/>
                        <a:t>The user interface of the application, developed as either a responsive web application or a mobile application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036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b="1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Web Host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  <a:tabLst>
                          <a:tab pos="173038" algn="l"/>
                        </a:tabLst>
                      </a:pPr>
                      <a:r>
                        <a:rPr lang="en-US" sz="1100"/>
                        <a:t>Serves the web client to the browser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  <a:tabLst>
                          <a:tab pos="173038" algn="l"/>
                        </a:tabLst>
                      </a:pPr>
                      <a:r>
                        <a:rPr lang="en-US" sz="1100"/>
                        <a:t>Only applicable for web front-ends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79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b="1"/>
                        <a:t>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APIs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100" b="0"/>
                        <a:t>API surface for external clients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100" b="0"/>
                        <a:t>Enforces access restrictions to APIs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100" b="0"/>
                        <a:t>Routes requests to business services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100" b="0"/>
                        <a:t>Formats responses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130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b="1"/>
                        <a:t>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Auth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100" b="0"/>
                        <a:t>Authenticates user credentials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100" b="0"/>
                        <a:t>Generates access tokens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100" b="0"/>
                        <a:t>Checks token authenticity and validity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100" b="1"/>
                        <a:t>Optional: </a:t>
                      </a:r>
                      <a:r>
                        <a:rPr lang="en-US" sz="1100" b="0"/>
                        <a:t>performs token exchange for 3</a:t>
                      </a:r>
                      <a:r>
                        <a:rPr lang="en-US" sz="1100" b="0" baseline="30000"/>
                        <a:t>rd</a:t>
                      </a:r>
                      <a:r>
                        <a:rPr lang="en-US" sz="1100" b="0"/>
                        <a:t> party tokens (e.g., social media login)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726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b="1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Business Logic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100" b="0"/>
                        <a:t>Enforces business layer principal checks and access controls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100" b="0"/>
                        <a:t>Implements actual business logic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100" b="0"/>
                        <a:t>Integrates with database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6127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b="1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100" b="0"/>
                        <a:t>Data persistence and storage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100" b="0"/>
                        <a:t>Stores user accounts and credentials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5558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b="1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Google / FB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100" b="0"/>
                        <a:t>Used for social media authentication </a:t>
                      </a:r>
                      <a:r>
                        <a:rPr lang="en-US" sz="1100" b="1"/>
                        <a:t>(optional)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434514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13D9F92-9523-A706-B0B4-F962EBAB1C7E}"/>
              </a:ext>
            </a:extLst>
          </p:cNvPr>
          <p:cNvSpPr txBox="1"/>
          <p:nvPr/>
        </p:nvSpPr>
        <p:spPr>
          <a:xfrm>
            <a:off x="2465673" y="1523067"/>
            <a:ext cx="1045028" cy="430483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000" b="1" noProof="0">
                <a:solidFill>
                  <a:schemeClr val="bg1"/>
                </a:solidFill>
              </a:rPr>
              <a:t>Web Host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06E6D2-C6B5-3D27-5FB2-3C1465D1F698}"/>
              </a:ext>
            </a:extLst>
          </p:cNvPr>
          <p:cNvSpPr txBox="1"/>
          <p:nvPr/>
        </p:nvSpPr>
        <p:spPr>
          <a:xfrm>
            <a:off x="2465673" y="2114006"/>
            <a:ext cx="1045028" cy="430483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000" b="1">
                <a:solidFill>
                  <a:schemeClr val="bg1"/>
                </a:solidFill>
              </a:rPr>
              <a:t>APIs</a:t>
            </a:r>
            <a:endParaRPr lang="en-US" sz="1000" b="1" noProof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D8BBD3-4CD9-D708-EFCB-696B39428295}"/>
              </a:ext>
            </a:extLst>
          </p:cNvPr>
          <p:cNvSpPr txBox="1"/>
          <p:nvPr/>
        </p:nvSpPr>
        <p:spPr>
          <a:xfrm>
            <a:off x="3758210" y="2114006"/>
            <a:ext cx="1045028" cy="430483"/>
          </a:xfrm>
          <a:prstGeom prst="rect">
            <a:avLst/>
          </a:prstGeom>
          <a:solidFill>
            <a:schemeClr val="accent6">
              <a:lumMod val="10000"/>
            </a:schemeClr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228600"/>
            <a:r>
              <a:rPr lang="en-US" sz="1000" b="1">
                <a:solidFill>
                  <a:schemeClr val="bg1"/>
                </a:solidFill>
              </a:rPr>
              <a:t>Business </a:t>
            </a:r>
          </a:p>
          <a:p>
            <a:pPr algn="ctr" defTabSz="228600"/>
            <a:r>
              <a:rPr lang="en-US" sz="1000" b="1">
                <a:solidFill>
                  <a:schemeClr val="bg1"/>
                </a:solidFill>
              </a:rPr>
              <a:t>Logic</a:t>
            </a:r>
            <a:endParaRPr lang="en-US" sz="1000" b="1" noProof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FCB97D-DC66-4BAC-1384-8E698E3663D4}"/>
              </a:ext>
            </a:extLst>
          </p:cNvPr>
          <p:cNvSpPr/>
          <p:nvPr/>
        </p:nvSpPr>
        <p:spPr>
          <a:xfrm>
            <a:off x="2261118" y="1233183"/>
            <a:ext cx="3834882" cy="2196908"/>
          </a:xfrm>
          <a:prstGeom prst="rect">
            <a:avLst/>
          </a:prstGeom>
          <a:noFill/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CCBCF2-EC2D-9743-7EF4-2083D012FB83}"/>
              </a:ext>
            </a:extLst>
          </p:cNvPr>
          <p:cNvSpPr txBox="1"/>
          <p:nvPr/>
        </p:nvSpPr>
        <p:spPr>
          <a:xfrm>
            <a:off x="2620946" y="951983"/>
            <a:ext cx="3578649" cy="2612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400" b="1" noProof="0"/>
              <a:t>Backend Application</a:t>
            </a:r>
          </a:p>
        </p:txBody>
      </p:sp>
      <p:sp>
        <p:nvSpPr>
          <p:cNvPr id="16" name="Can 15">
            <a:extLst>
              <a:ext uri="{FF2B5EF4-FFF2-40B4-BE49-F238E27FC236}">
                <a16:creationId xmlns:a16="http://schemas.microsoft.com/office/drawing/2014/main" id="{D4D2EA3A-622F-381C-0A69-39CCBB135E22}"/>
              </a:ext>
            </a:extLst>
          </p:cNvPr>
          <p:cNvSpPr/>
          <p:nvPr/>
        </p:nvSpPr>
        <p:spPr>
          <a:xfrm>
            <a:off x="5099066" y="2000083"/>
            <a:ext cx="743338" cy="653141"/>
          </a:xfrm>
          <a:prstGeom prst="can">
            <a:avLst/>
          </a:prstGeom>
          <a:solidFill>
            <a:schemeClr val="accent6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b="1" err="1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47FA51-C51C-34DF-DCC6-6C52EA047C71}"/>
              </a:ext>
            </a:extLst>
          </p:cNvPr>
          <p:cNvSpPr txBox="1"/>
          <p:nvPr/>
        </p:nvSpPr>
        <p:spPr>
          <a:xfrm>
            <a:off x="4959220" y="2207332"/>
            <a:ext cx="1045028" cy="2612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000" b="1" noProof="0">
                <a:solidFill>
                  <a:schemeClr val="bg1"/>
                </a:solidFill>
              </a:rPr>
              <a:t>Database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EA42024-F1AB-5C40-5400-2F3B7EF9B0A5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3510701" y="2329248"/>
            <a:ext cx="247509" cy="0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631F042-A9D6-77B7-DA18-EA4B48F8CD3F}"/>
              </a:ext>
            </a:extLst>
          </p:cNvPr>
          <p:cNvCxnSpPr>
            <a:cxnSpLocks/>
            <a:stCxn id="13" idx="3"/>
            <a:endCxn id="16" idx="2"/>
          </p:cNvCxnSpPr>
          <p:nvPr/>
        </p:nvCxnSpPr>
        <p:spPr>
          <a:xfrm flipV="1">
            <a:off x="4803238" y="2326654"/>
            <a:ext cx="295828" cy="2594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B758A043-5AA1-96F2-337B-8DDFEEB0CEEA}"/>
              </a:ext>
            </a:extLst>
          </p:cNvPr>
          <p:cNvSpPr/>
          <p:nvPr/>
        </p:nvSpPr>
        <p:spPr>
          <a:xfrm>
            <a:off x="381000" y="1230495"/>
            <a:ext cx="1729238" cy="2196908"/>
          </a:xfrm>
          <a:prstGeom prst="rect">
            <a:avLst/>
          </a:prstGeom>
          <a:noFill/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8815FE-6E35-E4E3-0BA6-E2C837CDCEA1}"/>
              </a:ext>
            </a:extLst>
          </p:cNvPr>
          <p:cNvSpPr txBox="1"/>
          <p:nvPr/>
        </p:nvSpPr>
        <p:spPr>
          <a:xfrm>
            <a:off x="139822" y="969238"/>
            <a:ext cx="2211593" cy="2612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400" b="1" noProof="0"/>
              <a:t>Client Application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BDCF51B-EC03-70FF-C9C0-6556C596E2CA}"/>
              </a:ext>
            </a:extLst>
          </p:cNvPr>
          <p:cNvSpPr txBox="1"/>
          <p:nvPr/>
        </p:nvSpPr>
        <p:spPr>
          <a:xfrm>
            <a:off x="690610" y="1520848"/>
            <a:ext cx="1045028" cy="430483"/>
          </a:xfrm>
          <a:prstGeom prst="rect">
            <a:avLst/>
          </a:prstGeom>
          <a:solidFill>
            <a:schemeClr val="accent6">
              <a:lumMod val="25000"/>
            </a:schemeClr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000" b="1">
                <a:solidFill>
                  <a:schemeClr val="bg1"/>
                </a:solidFill>
              </a:rPr>
              <a:t>Web App</a:t>
            </a:r>
            <a:endParaRPr lang="en-US" sz="1000" b="1" noProof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4C1EE7D-4341-0008-3079-BE7530E5E407}"/>
              </a:ext>
            </a:extLst>
          </p:cNvPr>
          <p:cNvSpPr txBox="1"/>
          <p:nvPr/>
        </p:nvSpPr>
        <p:spPr>
          <a:xfrm>
            <a:off x="688987" y="2658879"/>
            <a:ext cx="1045028" cy="430483"/>
          </a:xfrm>
          <a:prstGeom prst="rect">
            <a:avLst/>
          </a:prstGeom>
          <a:solidFill>
            <a:schemeClr val="accent6">
              <a:lumMod val="25000"/>
            </a:schemeClr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000" b="1" noProof="0">
                <a:solidFill>
                  <a:schemeClr val="bg1"/>
                </a:solidFill>
              </a:rPr>
              <a:t>Mobile App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76B69A7-5FE5-C458-BEB5-9D4DF90D73BE}"/>
              </a:ext>
            </a:extLst>
          </p:cNvPr>
          <p:cNvCxnSpPr>
            <a:cxnSpLocks/>
            <a:stCxn id="11" idx="1"/>
            <a:endCxn id="27" idx="3"/>
          </p:cNvCxnSpPr>
          <p:nvPr/>
        </p:nvCxnSpPr>
        <p:spPr>
          <a:xfrm flipH="1" flipV="1">
            <a:off x="1735638" y="1736090"/>
            <a:ext cx="730035" cy="2219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92A386CA-A45C-5E20-FBC1-373A6274DB62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1347735" y="1854566"/>
            <a:ext cx="1117938" cy="474682"/>
          </a:xfrm>
          <a:prstGeom prst="bentConnector3">
            <a:avLst/>
          </a:prstGeom>
          <a:ln w="19050"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3DBFE9D0-082C-87D9-BC0C-F07BDC09A9AB}"/>
              </a:ext>
            </a:extLst>
          </p:cNvPr>
          <p:cNvSpPr txBox="1"/>
          <p:nvPr/>
        </p:nvSpPr>
        <p:spPr>
          <a:xfrm>
            <a:off x="2465673" y="2783223"/>
            <a:ext cx="1045028" cy="430483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000" b="1">
                <a:solidFill>
                  <a:schemeClr val="bg1"/>
                </a:solidFill>
              </a:rPr>
              <a:t>Auth</a:t>
            </a:r>
            <a:endParaRPr lang="en-US" sz="1000" b="1" noProof="0">
              <a:solidFill>
                <a:schemeClr val="bg1"/>
              </a:solidFill>
            </a:endParaRPr>
          </a:p>
        </p:txBody>
      </p: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9E9FA586-BCD7-2437-C2D6-EB372AB96623}"/>
              </a:ext>
            </a:extLst>
          </p:cNvPr>
          <p:cNvCxnSpPr>
            <a:cxnSpLocks/>
            <a:stCxn id="39" idx="3"/>
            <a:endCxn id="16" idx="3"/>
          </p:cNvCxnSpPr>
          <p:nvPr/>
        </p:nvCxnSpPr>
        <p:spPr>
          <a:xfrm flipV="1">
            <a:off x="3510701" y="2653224"/>
            <a:ext cx="1960034" cy="345241"/>
          </a:xfrm>
          <a:prstGeom prst="bentConnector2">
            <a:avLst/>
          </a:prstGeom>
          <a:ln w="19050"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261DEF21-9587-E0A9-18A5-E6D158EFC82E}"/>
              </a:ext>
            </a:extLst>
          </p:cNvPr>
          <p:cNvCxnSpPr>
            <a:cxnSpLocks/>
            <a:stCxn id="28" idx="3"/>
            <a:endCxn id="12" idx="1"/>
          </p:cNvCxnSpPr>
          <p:nvPr/>
        </p:nvCxnSpPr>
        <p:spPr>
          <a:xfrm flipV="1">
            <a:off x="1734015" y="2329248"/>
            <a:ext cx="731658" cy="544873"/>
          </a:xfrm>
          <a:prstGeom prst="bentConnector3">
            <a:avLst>
              <a:gd name="adj1" fmla="val 23689"/>
            </a:avLst>
          </a:prstGeom>
          <a:ln w="19050"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392689D-7038-0AF9-C5DC-664A528EF5F6}"/>
              </a:ext>
            </a:extLst>
          </p:cNvPr>
          <p:cNvSpPr txBox="1"/>
          <p:nvPr/>
        </p:nvSpPr>
        <p:spPr>
          <a:xfrm>
            <a:off x="2465673" y="3846974"/>
            <a:ext cx="1045028" cy="430483"/>
          </a:xfrm>
          <a:prstGeom prst="rect">
            <a:avLst/>
          </a:prstGeom>
          <a:solidFill>
            <a:schemeClr val="tx2">
              <a:lumMod val="50000"/>
            </a:schemeClr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000" b="1">
                <a:solidFill>
                  <a:schemeClr val="bg1"/>
                </a:solidFill>
              </a:rPr>
              <a:t>Google / FB</a:t>
            </a:r>
            <a:endParaRPr lang="en-US" sz="1000" b="1" noProof="0">
              <a:solidFill>
                <a:schemeClr val="bg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1751711-8508-B026-03CB-14990037694B}"/>
              </a:ext>
            </a:extLst>
          </p:cNvPr>
          <p:cNvCxnSpPr>
            <a:cxnSpLocks/>
          </p:cNvCxnSpPr>
          <p:nvPr/>
        </p:nvCxnSpPr>
        <p:spPr>
          <a:xfrm>
            <a:off x="2988187" y="2562008"/>
            <a:ext cx="0" cy="238734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A019A650-8FFE-C854-D66F-209817F5DBFD}"/>
              </a:ext>
            </a:extLst>
          </p:cNvPr>
          <p:cNvCxnSpPr>
            <a:cxnSpLocks/>
            <a:stCxn id="28" idx="2"/>
            <a:endCxn id="9" idx="1"/>
          </p:cNvCxnSpPr>
          <p:nvPr/>
        </p:nvCxnSpPr>
        <p:spPr>
          <a:xfrm rot="16200000" flipH="1">
            <a:off x="1352160" y="2948703"/>
            <a:ext cx="972854" cy="1254172"/>
          </a:xfrm>
          <a:prstGeom prst="bentConnector2">
            <a:avLst/>
          </a:prstGeom>
          <a:ln w="19050"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B05C410-F1CF-0B61-BC20-A26FDBBED72D}"/>
              </a:ext>
            </a:extLst>
          </p:cNvPr>
          <p:cNvCxnSpPr>
            <a:cxnSpLocks/>
            <a:stCxn id="39" idx="2"/>
            <a:endCxn id="9" idx="0"/>
          </p:cNvCxnSpPr>
          <p:nvPr/>
        </p:nvCxnSpPr>
        <p:spPr>
          <a:xfrm>
            <a:off x="2988187" y="3213706"/>
            <a:ext cx="0" cy="633268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4">
            <a:extLst>
              <a:ext uri="{FF2B5EF4-FFF2-40B4-BE49-F238E27FC236}">
                <a16:creationId xmlns:a16="http://schemas.microsoft.com/office/drawing/2014/main" id="{DF0FCDD1-3BFB-38BA-5043-B23E2B459CAF}"/>
              </a:ext>
            </a:extLst>
          </p:cNvPr>
          <p:cNvSpPr txBox="1">
            <a:spLocks/>
          </p:cNvSpPr>
          <p:nvPr/>
        </p:nvSpPr>
        <p:spPr>
          <a:xfrm>
            <a:off x="381000" y="166807"/>
            <a:ext cx="11430000" cy="36901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/>
              <a:t>Application Architecture</a:t>
            </a:r>
          </a:p>
        </p:txBody>
      </p:sp>
    </p:spTree>
    <p:extLst>
      <p:ext uri="{BB962C8B-B14F-4D97-AF65-F5344CB8AC3E}">
        <p14:creationId xmlns:p14="http://schemas.microsoft.com/office/powerpoint/2010/main" val="141866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A94189-672A-4262-8F27-15A75AB674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0CF4C86-9640-954E-C2E9-F995B6F02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66807"/>
            <a:ext cx="11430000" cy="369013"/>
          </a:xfrm>
        </p:spPr>
        <p:txBody>
          <a:bodyPr/>
          <a:lstStyle/>
          <a:p>
            <a:r>
              <a:rPr lang="en-US" sz="2800"/>
              <a:t>Other Requirements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DE4C67-7BD7-CD6C-B76C-D18CF0D8408F}"/>
              </a:ext>
            </a:extLst>
          </p:cNvPr>
          <p:cNvSpPr txBox="1"/>
          <p:nvPr/>
        </p:nvSpPr>
        <p:spPr>
          <a:xfrm>
            <a:off x="402437" y="804258"/>
            <a:ext cx="8980095" cy="392910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defTabSz="228600"/>
            <a:r>
              <a:rPr lang="en-US" sz="1400" b="1" noProof="0"/>
              <a:t>Required Tech Stack</a:t>
            </a:r>
          </a:p>
          <a:p>
            <a:pPr marL="285750" indent="-285750" defTabSz="228600">
              <a:buFont typeface="Wingdings" pitchFamily="2" charset="2"/>
              <a:buChar char="q"/>
            </a:pPr>
            <a:r>
              <a:rPr lang="en-US" sz="1400" noProof="0" dirty="0"/>
              <a:t>Front-End: </a:t>
            </a:r>
            <a:r>
              <a:rPr lang="en-US" sz="1400" b="1" noProof="0" dirty="0"/>
              <a:t>ReactJS</a:t>
            </a:r>
            <a:r>
              <a:rPr lang="en-US" sz="1400" b="1" dirty="0"/>
              <a:t>, </a:t>
            </a:r>
            <a:r>
              <a:rPr lang="en-US" sz="1400" b="1" dirty="0" err="1"/>
              <a:t>NextJS</a:t>
            </a:r>
            <a:r>
              <a:rPr lang="en-US" sz="1400" b="1" dirty="0"/>
              <a:t>, Angular, Android/IOS</a:t>
            </a:r>
            <a:endParaRPr lang="en-US" sz="1400" b="1" noProof="0" dirty="0"/>
          </a:p>
          <a:p>
            <a:pPr marL="285750" indent="-285750" defTabSz="228600">
              <a:buFont typeface="Wingdings" pitchFamily="2" charset="2"/>
              <a:buChar char="q"/>
            </a:pPr>
            <a:r>
              <a:rPr lang="en-US" sz="1400" noProof="0" dirty="0"/>
              <a:t>Backend: </a:t>
            </a:r>
            <a:r>
              <a:rPr lang="en-US" sz="1400" b="1" noProof="0" dirty="0"/>
              <a:t>NodeJS</a:t>
            </a:r>
            <a:r>
              <a:rPr lang="en-US" sz="1400" b="1" dirty="0"/>
              <a:t>/Typescript,  NestJS , Kotlin/</a:t>
            </a:r>
            <a:r>
              <a:rPr lang="en-US" sz="1400" b="1" dirty="0" err="1">
                <a:ea typeface="+mn-lt"/>
                <a:cs typeface="+mn-lt"/>
              </a:rPr>
              <a:t>Springboot</a:t>
            </a:r>
            <a:r>
              <a:rPr lang="en-US" sz="1400" b="1" dirty="0">
                <a:ea typeface="+mn-lt"/>
                <a:cs typeface="+mn-lt"/>
              </a:rPr>
              <a:t>, Python Flask, PHP</a:t>
            </a:r>
          </a:p>
          <a:p>
            <a:pPr marL="285750" indent="-285750" defTabSz="228600">
              <a:buFont typeface="Wingdings" pitchFamily="2" charset="2"/>
              <a:buChar char="q"/>
            </a:pPr>
            <a:r>
              <a:rPr lang="en-US" sz="1400" noProof="0" dirty="0"/>
              <a:t>Database: </a:t>
            </a:r>
            <a:r>
              <a:rPr lang="en-US" sz="1400" b="1" dirty="0"/>
              <a:t>MySQL, Postgres, SQLite or any Relational Database</a:t>
            </a:r>
          </a:p>
          <a:p>
            <a:pPr marL="285750" indent="-285750" defTabSz="228600">
              <a:buFont typeface="Wingdings" pitchFamily="2" charset="2"/>
              <a:buChar char="q"/>
            </a:pPr>
            <a:endParaRPr lang="en-US" sz="1400" b="1"/>
          </a:p>
          <a:p>
            <a:pPr defTabSz="228600"/>
            <a:r>
              <a:rPr lang="en-US" sz="1400" b="1"/>
              <a:t>Front End</a:t>
            </a:r>
          </a:p>
          <a:p>
            <a:pPr marL="285750" indent="-285750" defTabSz="228600">
              <a:buFont typeface="Wingdings" pitchFamily="2" charset="2"/>
              <a:buChar char="q"/>
            </a:pPr>
            <a:r>
              <a:rPr lang="en-US" sz="1400" b="1"/>
              <a:t>T1: </a:t>
            </a:r>
            <a:r>
              <a:rPr lang="en-US" sz="1400"/>
              <a:t>UI implementation must adhere to the provided visual and interaction design</a:t>
            </a:r>
          </a:p>
          <a:p>
            <a:pPr marL="285750" indent="-285750" defTabSz="228600">
              <a:buFont typeface="Wingdings" pitchFamily="2" charset="2"/>
              <a:buChar char="q"/>
            </a:pPr>
            <a:r>
              <a:rPr lang="en-US" sz="1400" b="1" dirty="0"/>
              <a:t>T1: </a:t>
            </a:r>
            <a:r>
              <a:rPr lang="en-US" sz="1400" dirty="0"/>
              <a:t>UI must apply appropriate responsive / adaptive techniques to scale to various screen sizes</a:t>
            </a:r>
          </a:p>
          <a:p>
            <a:pPr marL="285750" indent="-285750" defTabSz="228600">
              <a:buFont typeface="Wingdings" pitchFamily="2" charset="2"/>
              <a:buChar char="q"/>
            </a:pPr>
            <a:r>
              <a:rPr lang="en-US" sz="1400" b="1" dirty="0"/>
              <a:t>T1: </a:t>
            </a:r>
            <a:r>
              <a:rPr lang="en-US" sz="1400" dirty="0"/>
              <a:t>There must be a clear technical separation between the UI, UI model and API integration</a:t>
            </a:r>
          </a:p>
          <a:p>
            <a:pPr defTabSz="228600"/>
            <a:endParaRPr lang="en-US" sz="1400"/>
          </a:p>
          <a:p>
            <a:pPr defTabSz="228600"/>
            <a:r>
              <a:rPr lang="en-US" sz="1400" b="1"/>
              <a:t>Backend </a:t>
            </a:r>
          </a:p>
          <a:p>
            <a:pPr marL="285750" indent="-285750" defTabSz="228600">
              <a:buFont typeface="Wingdings" pitchFamily="2" charset="2"/>
              <a:buChar char="q"/>
            </a:pPr>
            <a:r>
              <a:rPr lang="en-US" sz="1400" b="1" dirty="0"/>
              <a:t>T1: </a:t>
            </a:r>
            <a:r>
              <a:rPr lang="en-US" sz="1400" dirty="0"/>
              <a:t>Backend must enforce checks to apply appropriate access restrictions to services and data</a:t>
            </a:r>
          </a:p>
          <a:p>
            <a:pPr marL="285750" indent="-285750" defTabSz="228600">
              <a:buFont typeface="Wingdings" pitchFamily="2" charset="2"/>
              <a:buChar char="q"/>
            </a:pPr>
            <a:r>
              <a:rPr lang="en-US" sz="1400" b="1"/>
              <a:t>T1: </a:t>
            </a:r>
            <a:r>
              <a:rPr lang="en-US" sz="1400"/>
              <a:t>Access token generated by the backend need to apply cryptographic signing and verification</a:t>
            </a:r>
            <a:endParaRPr lang="en-US" sz="1400" b="1"/>
          </a:p>
          <a:p>
            <a:pPr marL="285750" indent="-285750" defTabSz="228600">
              <a:buFont typeface="Wingdings" pitchFamily="2" charset="2"/>
              <a:buChar char="q"/>
            </a:pPr>
            <a:r>
              <a:rPr lang="en-US" sz="1400" b="1"/>
              <a:t>T2: </a:t>
            </a:r>
            <a:r>
              <a:rPr lang="en-US" sz="1400"/>
              <a:t>There must be a clear technical separation between API vs. business vs. data persistence layers</a:t>
            </a:r>
          </a:p>
          <a:p>
            <a:pPr marL="285750" indent="-285750" defTabSz="228600">
              <a:buFont typeface="Wingdings" pitchFamily="2" charset="2"/>
              <a:buChar char="q"/>
            </a:pPr>
            <a:r>
              <a:rPr lang="en-US" sz="1400" b="1" dirty="0"/>
              <a:t>T2: </a:t>
            </a:r>
            <a:r>
              <a:rPr lang="en-US" sz="1400" dirty="0"/>
              <a:t>Sensitive material, credentials and configurations must not be embedded directly in code</a:t>
            </a:r>
          </a:p>
          <a:p>
            <a:pPr marL="285750" indent="-285750" defTabSz="228600">
              <a:buFont typeface="Wingdings" pitchFamily="2" charset="2"/>
              <a:buChar char="q"/>
            </a:pPr>
            <a:r>
              <a:rPr lang="en-US" sz="1400" b="1" dirty="0"/>
              <a:t>T2: </a:t>
            </a:r>
            <a:r>
              <a:rPr lang="en-US" sz="1400" dirty="0"/>
              <a:t>Storage of user credentials must apply appropriate hashing techniques</a:t>
            </a:r>
          </a:p>
          <a:p>
            <a:pPr marL="285750" indent="-285750" defTabSz="228600">
              <a:buFont typeface="Wingdings" pitchFamily="2" charset="2"/>
              <a:buChar char="q"/>
            </a:pPr>
            <a:r>
              <a:rPr lang="en-US" sz="1400" b="1" dirty="0"/>
              <a:t>T2: </a:t>
            </a:r>
            <a:r>
              <a:rPr lang="en-US" sz="1400" dirty="0"/>
              <a:t>Database design must apply appropriate normal forms</a:t>
            </a:r>
            <a:endParaRPr lang="en-US" sz="1400" b="1" dirty="0"/>
          </a:p>
          <a:p>
            <a:pPr marL="285750" indent="-285750" defTabSz="228600">
              <a:buFont typeface="Wingdings" pitchFamily="2" charset="2"/>
              <a:buChar char="q"/>
            </a:pPr>
            <a:endParaRPr lang="en-US" sz="1400"/>
          </a:p>
          <a:p>
            <a:pPr defTabSz="228600"/>
            <a:endParaRPr lang="en-US" sz="1400" b="1"/>
          </a:p>
          <a:p>
            <a:pPr defTabSz="228600"/>
            <a:endParaRPr lang="en-US" sz="1400" b="1"/>
          </a:p>
          <a:p>
            <a:pPr marL="171450" indent="-171450" algn="l" defTabSz="228600">
              <a:buFont typeface="Wingdings" pitchFamily="2" charset="2"/>
              <a:buChar char="q"/>
            </a:pPr>
            <a:endParaRPr lang="en-US" sz="1200" b="1"/>
          </a:p>
          <a:p>
            <a:pPr marL="171450" indent="-171450" algn="l" defTabSz="228600">
              <a:buFont typeface="Wingdings" pitchFamily="2" charset="2"/>
              <a:buChar char="q"/>
            </a:pPr>
            <a:endParaRPr lang="en-US" sz="1200" b="1" noProof="0"/>
          </a:p>
          <a:p>
            <a:pPr marL="171450" indent="-171450" algn="l" defTabSz="228600">
              <a:spcAft>
                <a:spcPts val="1200"/>
              </a:spcAft>
              <a:buFont typeface="Wingdings" pitchFamily="2" charset="2"/>
              <a:buChar char="q"/>
            </a:pPr>
            <a:endParaRPr lang="en-US" sz="1200" b="1" noProof="0"/>
          </a:p>
          <a:p>
            <a:pPr marL="171450" indent="-171450" algn="l" defTabSz="228600">
              <a:spcAft>
                <a:spcPts val="1200"/>
              </a:spcAft>
              <a:buFont typeface="Wingdings" pitchFamily="2" charset="2"/>
              <a:buChar char="q"/>
            </a:pPr>
            <a:endParaRPr lang="en-US" sz="1200" noProof="0"/>
          </a:p>
        </p:txBody>
      </p:sp>
    </p:spTree>
    <p:extLst>
      <p:ext uri="{BB962C8B-B14F-4D97-AF65-F5344CB8AC3E}">
        <p14:creationId xmlns:p14="http://schemas.microsoft.com/office/powerpoint/2010/main" val="920915451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ure 2020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enture - 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Acc_PPT_IMP_Tmplt_Graphik_Fixed-Accessibility_2024" id="{B83D5406-0A1D-964B-9F8C-37A821AB6E8C}" vid="{72EE23D1-A75B-A447-8C61-A05152D13CC0}"/>
    </a:ext>
  </a:extLst>
</a:theme>
</file>

<file path=ppt/theme/theme2.xml><?xml version="1.0" encoding="utf-8"?>
<a:theme xmlns:a="http://schemas.openxmlformats.org/drawingml/2006/main" name="Office Theme">
  <a:themeElements>
    <a:clrScheme name="Acc_Colors_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8702b6d-0c0a-4ebe-8863-a0071dcadb02" xsi:nil="true"/>
    <lcf76f155ced4ddcb4097134ff3c332f xmlns="8dcebe64-6bcc-4d2a-b274-db06aee6f006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B2B715A8EA25B49A4EDB3307608B7B0" ma:contentTypeVersion="11" ma:contentTypeDescription="Create a new document." ma:contentTypeScope="" ma:versionID="623a415d06930b431965016f4e5f763c">
  <xsd:schema xmlns:xsd="http://www.w3.org/2001/XMLSchema" xmlns:xs="http://www.w3.org/2001/XMLSchema" xmlns:p="http://schemas.microsoft.com/office/2006/metadata/properties" xmlns:ns2="8dcebe64-6bcc-4d2a-b274-db06aee6f006" xmlns:ns3="18702b6d-0c0a-4ebe-8863-a0071dcadb02" targetNamespace="http://schemas.microsoft.com/office/2006/metadata/properties" ma:root="true" ma:fieldsID="6a06f2a8a9b0e1cf563bda95f2edafcc" ns2:_="" ns3:_="">
    <xsd:import namespace="8dcebe64-6bcc-4d2a-b274-db06aee6f006"/>
    <xsd:import namespace="18702b6d-0c0a-4ebe-8863-a0071dcadb0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cebe64-6bcc-4d2a-b274-db06aee6f0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702b6d-0c0a-4ebe-8863-a0071dcadb02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5d1f2167-6abd-4123-98b6-8119b5c052ae}" ma:internalName="TaxCatchAll" ma:showField="CatchAllData" ma:web="18702b6d-0c0a-4ebe-8863-a0071dcadb0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6BFFC05-B2F6-4CED-BE65-F75B1EB7AD7B}">
  <ds:schemaRefs>
    <ds:schemaRef ds:uri="18702b6d-0c0a-4ebe-8863-a0071dcadb02"/>
    <ds:schemaRef ds:uri="8dcebe64-6bcc-4d2a-b274-db06aee6f00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9831B46-6CD1-40D2-9FB5-3E58559F90A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EF5A3E7-21CA-4C9A-B29E-F6F6D75694A4}">
  <ds:schemaRefs>
    <ds:schemaRef ds:uri="18702b6d-0c0a-4ebe-8863-a0071dcadb02"/>
    <ds:schemaRef ds:uri="8dcebe64-6bcc-4d2a-b274-db06aee6f00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Accenture 2020</Template>
  <Application>Microsoft Office PowerPoint</Application>
  <PresentationFormat>Widescreen</PresentationFormat>
  <Slides>4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Accenture 2020</vt:lpstr>
      <vt:lpstr>Case Study #1 : To-Do List App</vt:lpstr>
      <vt:lpstr>Case Study #1: Advanced Features</vt:lpstr>
      <vt:lpstr>PowerPoint Presentation</vt:lpstr>
      <vt:lpstr>Other Requirements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Accenture PowerPoint Template 16x9 Graphik</dc:subject>
  <dc:creator>Lozada, Eugene P.</dc:creator>
  <cp:revision>13</cp:revision>
  <cp:lastPrinted>2020-11-17T04:05:48Z</cp:lastPrinted>
  <dcterms:created xsi:type="dcterms:W3CDTF">2024-09-05T01:47:42Z</dcterms:created>
  <dcterms:modified xsi:type="dcterms:W3CDTF">2026-05-13T08:45:20Z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0x010100DB2B715A8EA25B49A4EDB3307608B7B0</vt:lpwstr>
  </property>
  <property fmtid="{D5CDD505-2E9C-101B-9397-08002B2CF9AE}" pid="3" name="MediaServiceImageTags">
    <vt:lpwstr/>
  </property>
</Properties>
</file>